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262160-1F8C-4929-AC82-02CF9B258074}" v="143" dt="2026-02-03T10:56:42.8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wini Jha" userId="cbb946d706d13545" providerId="LiveId" clId="{256EE833-6258-4F63-B430-F61D6ADFF99B}"/>
    <pc:docChg chg="undo redo custSel addSld delSld modSld">
      <pc:chgData name="Ashwini Jha" userId="cbb946d706d13545" providerId="LiveId" clId="{256EE833-6258-4F63-B430-F61D6ADFF99B}" dt="2026-02-03T10:58:21.674" v="3270" actId="20577"/>
      <pc:docMkLst>
        <pc:docMk/>
      </pc:docMkLst>
      <pc:sldChg chg="modSp mod">
        <pc:chgData name="Ashwini Jha" userId="cbb946d706d13545" providerId="LiveId" clId="{256EE833-6258-4F63-B430-F61D6ADFF99B}" dt="2026-02-03T10:58:21.674" v="3270" actId="20577"/>
        <pc:sldMkLst>
          <pc:docMk/>
          <pc:sldMk cId="2693129559" sldId="256"/>
        </pc:sldMkLst>
        <pc:spChg chg="mod">
          <ac:chgData name="Ashwini Jha" userId="cbb946d706d13545" providerId="LiveId" clId="{256EE833-6258-4F63-B430-F61D6ADFF99B}" dt="2026-02-02T13:51:22.293" v="28" actId="20577"/>
          <ac:spMkLst>
            <pc:docMk/>
            <pc:sldMk cId="2693129559" sldId="256"/>
            <ac:spMk id="2" creationId="{22279242-A2D1-DE80-3A2E-21077D6A4D7A}"/>
          </ac:spMkLst>
        </pc:spChg>
        <pc:spChg chg="mod">
          <ac:chgData name="Ashwini Jha" userId="cbb946d706d13545" providerId="LiveId" clId="{256EE833-6258-4F63-B430-F61D6ADFF99B}" dt="2026-02-03T10:58:21.674" v="3270" actId="20577"/>
          <ac:spMkLst>
            <pc:docMk/>
            <pc:sldMk cId="2693129559" sldId="256"/>
            <ac:spMk id="3" creationId="{0AC6482F-A529-69F5-6E9F-6A10ACD232F4}"/>
          </ac:spMkLst>
        </pc:spChg>
      </pc:sldChg>
      <pc:sldChg chg="addSp delSp modSp new mod">
        <pc:chgData name="Ashwini Jha" userId="cbb946d706d13545" providerId="LiveId" clId="{256EE833-6258-4F63-B430-F61D6ADFF99B}" dt="2026-02-02T15:05:00.914" v="2717" actId="14100"/>
        <pc:sldMkLst>
          <pc:docMk/>
          <pc:sldMk cId="1962121296" sldId="257"/>
        </pc:sldMkLst>
        <pc:spChg chg="mod">
          <ac:chgData name="Ashwini Jha" userId="cbb946d706d13545" providerId="LiveId" clId="{256EE833-6258-4F63-B430-F61D6ADFF99B}" dt="2026-02-02T15:05:00.914" v="2717" actId="14100"/>
          <ac:spMkLst>
            <pc:docMk/>
            <pc:sldMk cId="1962121296" sldId="257"/>
            <ac:spMk id="2" creationId="{5D4E6C64-BB73-CD79-9623-CBC775D65068}"/>
          </ac:spMkLst>
        </pc:spChg>
        <pc:spChg chg="del">
          <ac:chgData name="Ashwini Jha" userId="cbb946d706d13545" providerId="LiveId" clId="{256EE833-6258-4F63-B430-F61D6ADFF99B}" dt="2026-02-02T13:53:44.434" v="127" actId="478"/>
          <ac:spMkLst>
            <pc:docMk/>
            <pc:sldMk cId="1962121296" sldId="257"/>
            <ac:spMk id="3" creationId="{EF383CA9-91F9-42BE-2A65-534959DBC428}"/>
          </ac:spMkLst>
        </pc:spChg>
        <pc:spChg chg="add mod">
          <ac:chgData name="Ashwini Jha" userId="cbb946d706d13545" providerId="LiveId" clId="{256EE833-6258-4F63-B430-F61D6ADFF99B}" dt="2026-02-02T14:04:29.171" v="511" actId="1076"/>
          <ac:spMkLst>
            <pc:docMk/>
            <pc:sldMk cId="1962121296" sldId="257"/>
            <ac:spMk id="5" creationId="{9B77F0C3-AE61-A33E-8ED3-3FA5C6223DD4}"/>
          </ac:spMkLst>
        </pc:spChg>
        <pc:spChg chg="add mod">
          <ac:chgData name="Ashwini Jha" userId="cbb946d706d13545" providerId="LiveId" clId="{256EE833-6258-4F63-B430-F61D6ADFF99B}" dt="2026-02-02T14:07:13.431" v="831" actId="20577"/>
          <ac:spMkLst>
            <pc:docMk/>
            <pc:sldMk cId="1962121296" sldId="257"/>
            <ac:spMk id="8" creationId="{DCB86F80-C37C-432F-CD4D-B47A0F865719}"/>
          </ac:spMkLst>
        </pc:spChg>
        <pc:graphicFrameChg chg="add mod modGraphic">
          <ac:chgData name="Ashwini Jha" userId="cbb946d706d13545" providerId="LiveId" clId="{256EE833-6258-4F63-B430-F61D6ADFF99B}" dt="2026-02-02T14:01:49.672" v="491" actId="13782"/>
          <ac:graphicFrameMkLst>
            <pc:docMk/>
            <pc:sldMk cId="1962121296" sldId="257"/>
            <ac:graphicFrameMk id="4" creationId="{7981DA6C-5F87-8465-7C71-1ED140AF739A}"/>
          </ac:graphicFrameMkLst>
        </pc:graphicFrameChg>
        <pc:picChg chg="add del mod">
          <ac:chgData name="Ashwini Jha" userId="cbb946d706d13545" providerId="LiveId" clId="{256EE833-6258-4F63-B430-F61D6ADFF99B}" dt="2026-02-02T14:04:14.387" v="509" actId="478"/>
          <ac:picMkLst>
            <pc:docMk/>
            <pc:sldMk cId="1962121296" sldId="257"/>
            <ac:picMk id="7" creationId="{34C1B6B2-CBE5-3E5B-FB53-2E28AD859553}"/>
          </ac:picMkLst>
        </pc:picChg>
      </pc:sldChg>
      <pc:sldChg chg="addSp delSp modSp new mod">
        <pc:chgData name="Ashwini Jha" userId="cbb946d706d13545" providerId="LiveId" clId="{256EE833-6258-4F63-B430-F61D6ADFF99B}" dt="2026-02-02T14:46:23.679" v="2493"/>
        <pc:sldMkLst>
          <pc:docMk/>
          <pc:sldMk cId="2111447860" sldId="258"/>
        </pc:sldMkLst>
        <pc:spChg chg="del mod">
          <ac:chgData name="Ashwini Jha" userId="cbb946d706d13545" providerId="LiveId" clId="{256EE833-6258-4F63-B430-F61D6ADFF99B}" dt="2026-02-02T14:08:12.424" v="835" actId="478"/>
          <ac:spMkLst>
            <pc:docMk/>
            <pc:sldMk cId="2111447860" sldId="258"/>
            <ac:spMk id="2" creationId="{91460747-A06D-E265-CAF3-420AA9D5836D}"/>
          </ac:spMkLst>
        </pc:spChg>
        <pc:spChg chg="add del mod">
          <ac:chgData name="Ashwini Jha" userId="cbb946d706d13545" providerId="LiveId" clId="{256EE833-6258-4F63-B430-F61D6ADFF99B}" dt="2026-02-02T14:08:15.875" v="836" actId="478"/>
          <ac:spMkLst>
            <pc:docMk/>
            <pc:sldMk cId="2111447860" sldId="258"/>
            <ac:spMk id="4" creationId="{3C1F9AD4-7A88-0A3D-8F0C-FDE1DDA3E320}"/>
          </ac:spMkLst>
        </pc:spChg>
        <pc:spChg chg="add mod">
          <ac:chgData name="Ashwini Jha" userId="cbb946d706d13545" providerId="LiveId" clId="{256EE833-6258-4F63-B430-F61D6ADFF99B}" dt="2026-02-02T14:46:23.215" v="2492" actId="21"/>
          <ac:spMkLst>
            <pc:docMk/>
            <pc:sldMk cId="2111447860" sldId="258"/>
            <ac:spMk id="5" creationId="{D2359F21-4680-D47F-88DE-8CD87138BB90}"/>
          </ac:spMkLst>
        </pc:spChg>
        <pc:spChg chg="add mod">
          <ac:chgData name="Ashwini Jha" userId="cbb946d706d13545" providerId="LiveId" clId="{256EE833-6258-4F63-B430-F61D6ADFF99B}" dt="2026-02-02T14:14:47.271" v="955" actId="14100"/>
          <ac:spMkLst>
            <pc:docMk/>
            <pc:sldMk cId="2111447860" sldId="258"/>
            <ac:spMk id="6" creationId="{8F5A8ED7-0936-0882-6A8D-B479EB70D10A}"/>
          </ac:spMkLst>
        </pc:spChg>
        <pc:spChg chg="add mod">
          <ac:chgData name="Ashwini Jha" userId="cbb946d706d13545" providerId="LiveId" clId="{256EE833-6258-4F63-B430-F61D6ADFF99B}" dt="2026-02-02T14:30:52.071" v="1586" actId="1076"/>
          <ac:spMkLst>
            <pc:docMk/>
            <pc:sldMk cId="2111447860" sldId="258"/>
            <ac:spMk id="7" creationId="{7BCB3D5D-210A-4A65-3B22-78018E740D87}"/>
          </ac:spMkLst>
        </pc:spChg>
        <pc:spChg chg="add mod">
          <ac:chgData name="Ashwini Jha" userId="cbb946d706d13545" providerId="LiveId" clId="{256EE833-6258-4F63-B430-F61D6ADFF99B}" dt="2026-02-02T14:44:38.826" v="2484" actId="113"/>
          <ac:spMkLst>
            <pc:docMk/>
            <pc:sldMk cId="2111447860" sldId="258"/>
            <ac:spMk id="10" creationId="{6635E8ED-2294-6ACE-5051-67832581BC5F}"/>
          </ac:spMkLst>
        </pc:spChg>
        <pc:spChg chg="add mod">
          <ac:chgData name="Ashwini Jha" userId="cbb946d706d13545" providerId="LiveId" clId="{256EE833-6258-4F63-B430-F61D6ADFF99B}" dt="2026-02-02T14:46:23.679" v="2493"/>
          <ac:spMkLst>
            <pc:docMk/>
            <pc:sldMk cId="2111447860" sldId="258"/>
            <ac:spMk id="13" creationId="{ABD170C2-727D-A6CA-F6A2-18B98B3E70DE}"/>
          </ac:spMkLst>
        </pc:spChg>
        <pc:picChg chg="add del mod">
          <ac:chgData name="Ashwini Jha" userId="cbb946d706d13545" providerId="LiveId" clId="{256EE833-6258-4F63-B430-F61D6ADFF99B}" dt="2026-02-02T14:39:36.502" v="2145" actId="478"/>
          <ac:picMkLst>
            <pc:docMk/>
            <pc:sldMk cId="2111447860" sldId="258"/>
            <ac:picMk id="9" creationId="{6AB655F7-EC4D-6DBC-D093-F805247E3FC5}"/>
          </ac:picMkLst>
        </pc:picChg>
        <pc:picChg chg="add mod">
          <ac:chgData name="Ashwini Jha" userId="cbb946d706d13545" providerId="LiveId" clId="{256EE833-6258-4F63-B430-F61D6ADFF99B}" dt="2026-02-02T14:39:55.737" v="2155" actId="1038"/>
          <ac:picMkLst>
            <pc:docMk/>
            <pc:sldMk cId="2111447860" sldId="258"/>
            <ac:picMk id="12" creationId="{1C41ADBF-E771-3998-98A1-03E4BDA263DD}"/>
          </ac:picMkLst>
        </pc:picChg>
        <pc:picChg chg="add mod">
          <ac:chgData name="Ashwini Jha" userId="cbb946d706d13545" providerId="LiveId" clId="{256EE833-6258-4F63-B430-F61D6ADFF99B}" dt="2026-02-02T14:13:42.500" v="951" actId="732"/>
          <ac:picMkLst>
            <pc:docMk/>
            <pc:sldMk cId="2111447860" sldId="258"/>
            <ac:picMk id="1026" creationId="{FAF613A3-3670-D336-1D1C-AA2B1BFDD61B}"/>
          </ac:picMkLst>
        </pc:picChg>
      </pc:sldChg>
      <pc:sldChg chg="addSp delSp modSp new del mod">
        <pc:chgData name="Ashwini Jha" userId="cbb946d706d13545" providerId="LiveId" clId="{256EE833-6258-4F63-B430-F61D6ADFF99B}" dt="2026-02-02T15:03:49.919" v="2684" actId="47"/>
        <pc:sldMkLst>
          <pc:docMk/>
          <pc:sldMk cId="704362499" sldId="259"/>
        </pc:sldMkLst>
        <pc:spChg chg="del">
          <ac:chgData name="Ashwini Jha" userId="cbb946d706d13545" providerId="LiveId" clId="{256EE833-6258-4F63-B430-F61D6ADFF99B}" dt="2026-02-02T14:45:50.907" v="2486" actId="478"/>
          <ac:spMkLst>
            <pc:docMk/>
            <pc:sldMk cId="704362499" sldId="259"/>
            <ac:spMk id="2" creationId="{9E6AFE54-2CFA-38E7-6606-81B865C667F0}"/>
          </ac:spMkLst>
        </pc:spChg>
        <pc:spChg chg="add del">
          <ac:chgData name="Ashwini Jha" userId="cbb946d706d13545" providerId="LiveId" clId="{256EE833-6258-4F63-B430-F61D6ADFF99B}" dt="2026-02-02T14:46:54.063" v="2495" actId="22"/>
          <ac:spMkLst>
            <pc:docMk/>
            <pc:sldMk cId="704362499" sldId="259"/>
            <ac:spMk id="4" creationId="{081B8373-3BFC-8ACF-F5BA-4FF0D7C48E5C}"/>
          </ac:spMkLst>
        </pc:spChg>
        <pc:spChg chg="add mod">
          <ac:chgData name="Ashwini Jha" userId="cbb946d706d13545" providerId="LiveId" clId="{256EE833-6258-4F63-B430-F61D6ADFF99B}" dt="2026-02-02T14:47:19.637" v="2535" actId="20577"/>
          <ac:spMkLst>
            <pc:docMk/>
            <pc:sldMk cId="704362499" sldId="259"/>
            <ac:spMk id="5" creationId="{8C7A0A72-F0E9-ED9E-CCD4-1870878E4856}"/>
          </ac:spMkLst>
        </pc:spChg>
        <pc:spChg chg="add del mod">
          <ac:chgData name="Ashwini Jha" userId="cbb946d706d13545" providerId="LiveId" clId="{256EE833-6258-4F63-B430-F61D6ADFF99B}" dt="2026-02-02T14:49:08.566" v="2542" actId="478"/>
          <ac:spMkLst>
            <pc:docMk/>
            <pc:sldMk cId="704362499" sldId="259"/>
            <ac:spMk id="6" creationId="{F518D0B9-0034-604B-D450-D8D649761800}"/>
          </ac:spMkLst>
        </pc:spChg>
        <pc:spChg chg="add mod">
          <ac:chgData name="Ashwini Jha" userId="cbb946d706d13545" providerId="LiveId" clId="{256EE833-6258-4F63-B430-F61D6ADFF99B}" dt="2026-02-02T14:48:45.010" v="2541" actId="1037"/>
          <ac:spMkLst>
            <pc:docMk/>
            <pc:sldMk cId="704362499" sldId="259"/>
            <ac:spMk id="7" creationId="{16D1413B-595F-2C9B-BC47-2DDF634D2F27}"/>
          </ac:spMkLst>
        </pc:spChg>
        <pc:spChg chg="add del mod">
          <ac:chgData name="Ashwini Jha" userId="cbb946d706d13545" providerId="LiveId" clId="{256EE833-6258-4F63-B430-F61D6ADFF99B}" dt="2026-02-02T14:50:04.544" v="2546"/>
          <ac:spMkLst>
            <pc:docMk/>
            <pc:sldMk cId="704362499" sldId="259"/>
            <ac:spMk id="8" creationId="{C6CFF7B2-59C0-EA3C-D0C8-A045E5C64122}"/>
          </ac:spMkLst>
        </pc:spChg>
        <pc:spChg chg="add mod">
          <ac:chgData name="Ashwini Jha" userId="cbb946d706d13545" providerId="LiveId" clId="{256EE833-6258-4F63-B430-F61D6ADFF99B}" dt="2026-02-02T14:51:54.037" v="2617" actId="1035"/>
          <ac:spMkLst>
            <pc:docMk/>
            <pc:sldMk cId="704362499" sldId="259"/>
            <ac:spMk id="9" creationId="{F3C93CCB-0CEC-5FEE-E9A0-76013BF3EC0F}"/>
          </ac:spMkLst>
        </pc:spChg>
        <pc:picChg chg="add mod">
          <ac:chgData name="Ashwini Jha" userId="cbb946d706d13545" providerId="LiveId" clId="{256EE833-6258-4F63-B430-F61D6ADFF99B}" dt="2026-02-02T14:48:45.010" v="2541" actId="1037"/>
          <ac:picMkLst>
            <pc:docMk/>
            <pc:sldMk cId="704362499" sldId="259"/>
            <ac:picMk id="2050" creationId="{9633BCD6-1F12-0D36-8FF5-9CBA56593A9D}"/>
          </ac:picMkLst>
        </pc:picChg>
        <pc:picChg chg="add mod">
          <ac:chgData name="Ashwini Jha" userId="cbb946d706d13545" providerId="LiveId" clId="{256EE833-6258-4F63-B430-F61D6ADFF99B}" dt="2026-02-02T14:48:45.010" v="2541" actId="1037"/>
          <ac:picMkLst>
            <pc:docMk/>
            <pc:sldMk cId="704362499" sldId="259"/>
            <ac:picMk id="2051" creationId="{6337EAE6-8770-E558-904F-047DEECDC315}"/>
          </ac:picMkLst>
        </pc:picChg>
        <pc:picChg chg="add">
          <ac:chgData name="Ashwini Jha" userId="cbb946d706d13545" providerId="LiveId" clId="{256EE833-6258-4F63-B430-F61D6ADFF99B}" dt="2026-02-02T14:49:58.643" v="2544"/>
          <ac:picMkLst>
            <pc:docMk/>
            <pc:sldMk cId="704362499" sldId="259"/>
            <ac:picMk id="2053" creationId="{066F27BA-3566-1EDC-85B8-30A2FA8820F6}"/>
          </ac:picMkLst>
        </pc:picChg>
        <pc:picChg chg="add">
          <ac:chgData name="Ashwini Jha" userId="cbb946d706d13545" providerId="LiveId" clId="{256EE833-6258-4F63-B430-F61D6ADFF99B}" dt="2026-02-02T14:49:58.643" v="2544"/>
          <ac:picMkLst>
            <pc:docMk/>
            <pc:sldMk cId="704362499" sldId="259"/>
            <ac:picMk id="2054" creationId="{6AC4EF86-8ABE-27DC-5A67-441926B5732E}"/>
          </ac:picMkLst>
        </pc:picChg>
      </pc:sldChg>
      <pc:sldChg chg="addSp delSp modSp new mod">
        <pc:chgData name="Ashwini Jha" userId="cbb946d706d13545" providerId="LiveId" clId="{256EE833-6258-4F63-B430-F61D6ADFF99B}" dt="2026-02-02T15:03:38.224" v="2683" actId="1035"/>
        <pc:sldMkLst>
          <pc:docMk/>
          <pc:sldMk cId="1190823482" sldId="260"/>
        </pc:sldMkLst>
        <pc:spChg chg="add del">
          <ac:chgData name="Ashwini Jha" userId="cbb946d706d13545" providerId="LiveId" clId="{256EE833-6258-4F63-B430-F61D6ADFF99B}" dt="2026-02-02T14:52:35.761" v="2620" actId="478"/>
          <ac:spMkLst>
            <pc:docMk/>
            <pc:sldMk cId="1190823482" sldId="260"/>
            <ac:spMk id="3" creationId="{15B11275-8DFE-7EC9-8E2F-587EE3E66527}"/>
          </ac:spMkLst>
        </pc:spChg>
        <pc:spChg chg="add mod">
          <ac:chgData name="Ashwini Jha" userId="cbb946d706d13545" providerId="LiveId" clId="{256EE833-6258-4F63-B430-F61D6ADFF99B}" dt="2026-02-02T15:03:23.485" v="2667" actId="1076"/>
          <ac:spMkLst>
            <pc:docMk/>
            <pc:sldMk cId="1190823482" sldId="260"/>
            <ac:spMk id="5" creationId="{A0F7EE3F-7424-8C5A-DDCB-6BACCA3D4658}"/>
          </ac:spMkLst>
        </pc:spChg>
        <pc:spChg chg="add">
          <ac:chgData name="Ashwini Jha" userId="cbb946d706d13545" providerId="LiveId" clId="{256EE833-6258-4F63-B430-F61D6ADFF99B}" dt="2026-02-02T14:59:16.299" v="2623"/>
          <ac:spMkLst>
            <pc:docMk/>
            <pc:sldMk cId="1190823482" sldId="260"/>
            <ac:spMk id="6" creationId="{6450711E-2181-B6F6-2770-9ED5DEB610FB}"/>
          </ac:spMkLst>
        </pc:spChg>
        <pc:spChg chg="add del mod">
          <ac:chgData name="Ashwini Jha" userId="cbb946d706d13545" providerId="LiveId" clId="{256EE833-6258-4F63-B430-F61D6ADFF99B}" dt="2026-02-02T14:59:27.281" v="2652" actId="478"/>
          <ac:spMkLst>
            <pc:docMk/>
            <pc:sldMk cId="1190823482" sldId="260"/>
            <ac:spMk id="7" creationId="{864657BA-4A05-48B8-108E-52764786500E}"/>
          </ac:spMkLst>
        </pc:spChg>
        <pc:spChg chg="add del">
          <ac:chgData name="Ashwini Jha" userId="cbb946d706d13545" providerId="LiveId" clId="{256EE833-6258-4F63-B430-F61D6ADFF99B}" dt="2026-02-02T15:00:40.887" v="2654" actId="478"/>
          <ac:spMkLst>
            <pc:docMk/>
            <pc:sldMk cId="1190823482" sldId="260"/>
            <ac:spMk id="8" creationId="{307885C1-B86B-B751-1F87-161A5B45391B}"/>
          </ac:spMkLst>
        </pc:spChg>
        <pc:spChg chg="add">
          <ac:chgData name="Ashwini Jha" userId="cbb946d706d13545" providerId="LiveId" clId="{256EE833-6258-4F63-B430-F61D6ADFF99B}" dt="2026-02-02T15:00:45.950" v="2655"/>
          <ac:spMkLst>
            <pc:docMk/>
            <pc:sldMk cId="1190823482" sldId="260"/>
            <ac:spMk id="9" creationId="{1827DF93-4977-8EBA-D6C4-BB04800CE910}"/>
          </ac:spMkLst>
        </pc:spChg>
        <pc:spChg chg="add mod">
          <ac:chgData name="Ashwini Jha" userId="cbb946d706d13545" providerId="LiveId" clId="{256EE833-6258-4F63-B430-F61D6ADFF99B}" dt="2026-02-02T15:03:38.224" v="2683" actId="1035"/>
          <ac:spMkLst>
            <pc:docMk/>
            <pc:sldMk cId="1190823482" sldId="260"/>
            <ac:spMk id="11" creationId="{22474905-0AE2-9C9B-7A31-C3FABB7207C7}"/>
          </ac:spMkLst>
        </pc:spChg>
        <pc:picChg chg="add mod">
          <ac:chgData name="Ashwini Jha" userId="cbb946d706d13545" providerId="LiveId" clId="{256EE833-6258-4F63-B430-F61D6ADFF99B}" dt="2026-02-02T15:01:17.194" v="2659" actId="1076"/>
          <ac:picMkLst>
            <pc:docMk/>
            <pc:sldMk cId="1190823482" sldId="260"/>
            <ac:picMk id="10" creationId="{EF0E88E4-51B8-CC17-D561-FF4866C0B018}"/>
          </ac:picMkLst>
        </pc:picChg>
      </pc:sldChg>
      <pc:sldChg chg="addSp delSp modSp new mod">
        <pc:chgData name="Ashwini Jha" userId="cbb946d706d13545" providerId="LiveId" clId="{256EE833-6258-4F63-B430-F61D6ADFF99B}" dt="2026-02-03T10:57:21.605" v="3223" actId="207"/>
        <pc:sldMkLst>
          <pc:docMk/>
          <pc:sldMk cId="3993063452" sldId="261"/>
        </pc:sldMkLst>
        <pc:spChg chg="del mod">
          <ac:chgData name="Ashwini Jha" userId="cbb946d706d13545" providerId="LiveId" clId="{256EE833-6258-4F63-B430-F61D6ADFF99B}" dt="2026-02-02T15:04:45.005" v="2714" actId="478"/>
          <ac:spMkLst>
            <pc:docMk/>
            <pc:sldMk cId="3993063452" sldId="261"/>
            <ac:spMk id="2" creationId="{14FC9B19-4FF2-6AE9-D02F-3A6BFD7218B5}"/>
          </ac:spMkLst>
        </pc:spChg>
        <pc:spChg chg="add mod">
          <ac:chgData name="Ashwini Jha" userId="cbb946d706d13545" providerId="LiveId" clId="{256EE833-6258-4F63-B430-F61D6ADFF99B}" dt="2026-02-03T10:57:21.605" v="3223" actId="207"/>
          <ac:spMkLst>
            <pc:docMk/>
            <pc:sldMk cId="3993063452" sldId="261"/>
            <ac:spMk id="3" creationId="{6A669A3B-8680-B1EC-0176-7AD946AC465B}"/>
          </ac:spMkLst>
        </pc:spChg>
        <pc:spChg chg="add del mod">
          <ac:chgData name="Ashwini Jha" userId="cbb946d706d13545" providerId="LiveId" clId="{256EE833-6258-4F63-B430-F61D6ADFF99B}" dt="2026-02-02T15:05:04.182" v="2719" actId="478"/>
          <ac:spMkLst>
            <pc:docMk/>
            <pc:sldMk cId="3993063452" sldId="261"/>
            <ac:spMk id="4" creationId="{3F3A6505-615D-30F2-AED8-33DB97D6DE28}"/>
          </ac:spMkLst>
        </pc:spChg>
        <pc:spChg chg="add mod">
          <ac:chgData name="Ashwini Jha" userId="cbb946d706d13545" providerId="LiveId" clId="{256EE833-6258-4F63-B430-F61D6ADFF99B}" dt="2026-02-02T15:05:17.549" v="2743" actId="20577"/>
          <ac:spMkLst>
            <pc:docMk/>
            <pc:sldMk cId="3993063452" sldId="261"/>
            <ac:spMk id="5" creationId="{F00516D7-BB63-175F-EA6C-59D4C8ECB1D5}"/>
          </ac:spMkLst>
        </pc:spChg>
        <pc:spChg chg="add mod">
          <ac:chgData name="Ashwini Jha" userId="cbb946d706d13545" providerId="LiveId" clId="{256EE833-6258-4F63-B430-F61D6ADFF99B}" dt="2026-02-02T15:07:53.749" v="2986" actId="14100"/>
          <ac:spMkLst>
            <pc:docMk/>
            <pc:sldMk cId="3993063452" sldId="261"/>
            <ac:spMk id="6" creationId="{B16C0932-76F3-CB58-518D-4CECD59A3F1D}"/>
          </ac:spMkLst>
        </pc:spChg>
        <pc:spChg chg="add mod">
          <ac:chgData name="Ashwini Jha" userId="cbb946d706d13545" providerId="LiveId" clId="{256EE833-6258-4F63-B430-F61D6ADFF99B}" dt="2026-02-03T10:49:26.881" v="3180" actId="1036"/>
          <ac:spMkLst>
            <pc:docMk/>
            <pc:sldMk cId="3993063452" sldId="261"/>
            <ac:spMk id="13" creationId="{E1F3B156-BDD5-C938-296D-D6CB65B9B6F6}"/>
          </ac:spMkLst>
        </pc:spChg>
        <pc:graphicFrameChg chg="add mod">
          <ac:chgData name="Ashwini Jha" userId="cbb946d706d13545" providerId="LiveId" clId="{256EE833-6258-4F63-B430-F61D6ADFF99B}" dt="2026-02-03T10:51:12.240" v="3183" actId="208"/>
          <ac:graphicFrameMkLst>
            <pc:docMk/>
            <pc:sldMk cId="3993063452" sldId="261"/>
            <ac:graphicFrameMk id="2" creationId="{156EBD1E-E180-2464-1564-59E42C3E3FB4}"/>
          </ac:graphicFrameMkLst>
        </pc:graphicFrameChg>
        <pc:picChg chg="add mod">
          <ac:chgData name="Ashwini Jha" userId="cbb946d706d13545" providerId="LiveId" clId="{256EE833-6258-4F63-B430-F61D6ADFF99B}" dt="2026-02-03T10:49:26.881" v="3180" actId="1036"/>
          <ac:picMkLst>
            <pc:docMk/>
            <pc:sldMk cId="3993063452" sldId="261"/>
            <ac:picMk id="8" creationId="{8718316C-4389-F44B-ECFB-EF125016AE2D}"/>
          </ac:picMkLst>
        </pc:picChg>
        <pc:picChg chg="add mod">
          <ac:chgData name="Ashwini Jha" userId="cbb946d706d13545" providerId="LiveId" clId="{256EE833-6258-4F63-B430-F61D6ADFF99B}" dt="2026-02-02T15:16:15.842" v="3025" actId="208"/>
          <ac:picMkLst>
            <pc:docMk/>
            <pc:sldMk cId="3993063452" sldId="261"/>
            <ac:picMk id="10" creationId="{C7E96C17-3D84-AC1E-B37A-22AD0C37EA1E}"/>
          </ac:picMkLst>
        </pc:picChg>
        <pc:picChg chg="add mod">
          <ac:chgData name="Ashwini Jha" userId="cbb946d706d13545" providerId="LiveId" clId="{256EE833-6258-4F63-B430-F61D6ADFF99B}" dt="2026-02-03T10:49:26.881" v="3180" actId="1036"/>
          <ac:picMkLst>
            <pc:docMk/>
            <pc:sldMk cId="3993063452" sldId="261"/>
            <ac:picMk id="12" creationId="{F53479A2-1EC5-D03E-6B0D-488974F96336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211819-F47F-4168-A7E8-E5513C02B3D5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F92E1C9-8DC3-4C83-9CEE-32A596386CA9}">
      <dgm:prSet phldrT="[Text]" phldr="0"/>
      <dgm:spPr/>
      <dgm:t>
        <a:bodyPr/>
        <a:lstStyle/>
        <a:p>
          <a:r>
            <a:rPr lang="en-IN" dirty="0"/>
            <a:t>Types of ML Processes</a:t>
          </a:r>
        </a:p>
      </dgm:t>
    </dgm:pt>
    <dgm:pt modelId="{965E53D9-930B-4CFB-B909-4766833D6523}" type="parTrans" cxnId="{871894F0-E1E2-4B72-933F-7E6350B3548E}">
      <dgm:prSet/>
      <dgm:spPr/>
      <dgm:t>
        <a:bodyPr/>
        <a:lstStyle/>
        <a:p>
          <a:endParaRPr lang="en-IN"/>
        </a:p>
      </dgm:t>
    </dgm:pt>
    <dgm:pt modelId="{E5A6FCBE-8878-4444-B0E2-2235ED2099B4}" type="sibTrans" cxnId="{871894F0-E1E2-4B72-933F-7E6350B3548E}">
      <dgm:prSet/>
      <dgm:spPr/>
      <dgm:t>
        <a:bodyPr/>
        <a:lstStyle/>
        <a:p>
          <a:endParaRPr lang="en-IN"/>
        </a:p>
      </dgm:t>
    </dgm:pt>
    <dgm:pt modelId="{0F47205A-4861-4515-A56C-ACE96B4AF2EA}">
      <dgm:prSet phldrT="[Text]" phldr="0"/>
      <dgm:spPr/>
      <dgm:t>
        <a:bodyPr/>
        <a:lstStyle/>
        <a:p>
          <a:r>
            <a:rPr lang="en-IN" dirty="0"/>
            <a:t>Unsupervised ML</a:t>
          </a:r>
        </a:p>
      </dgm:t>
    </dgm:pt>
    <dgm:pt modelId="{9747903B-469A-436F-B4EC-11E9B8383406}" type="parTrans" cxnId="{E37D395E-61FE-4AEC-9342-01E2645A32FE}">
      <dgm:prSet/>
      <dgm:spPr/>
      <dgm:t>
        <a:bodyPr/>
        <a:lstStyle/>
        <a:p>
          <a:endParaRPr lang="en-IN"/>
        </a:p>
      </dgm:t>
    </dgm:pt>
    <dgm:pt modelId="{476D3B31-DAE8-4063-8579-C2BC31981111}" type="sibTrans" cxnId="{E37D395E-61FE-4AEC-9342-01E2645A32FE}">
      <dgm:prSet/>
      <dgm:spPr/>
      <dgm:t>
        <a:bodyPr/>
        <a:lstStyle/>
        <a:p>
          <a:endParaRPr lang="en-IN"/>
        </a:p>
      </dgm:t>
    </dgm:pt>
    <dgm:pt modelId="{37E085CE-CD48-49E0-980D-E14667A2A7A5}">
      <dgm:prSet phldrT="[Text]" phldr="0"/>
      <dgm:spPr/>
      <dgm:t>
        <a:bodyPr/>
        <a:lstStyle/>
        <a:p>
          <a:r>
            <a:rPr lang="en-IN" dirty="0"/>
            <a:t>Supervised ML</a:t>
          </a:r>
        </a:p>
      </dgm:t>
    </dgm:pt>
    <dgm:pt modelId="{984C90E0-5EBB-45F8-99EB-6BFD0BB8032F}" type="parTrans" cxnId="{38093B68-8543-407D-BA56-AE5B309B22D9}">
      <dgm:prSet/>
      <dgm:spPr/>
      <dgm:t>
        <a:bodyPr/>
        <a:lstStyle/>
        <a:p>
          <a:endParaRPr lang="en-IN"/>
        </a:p>
      </dgm:t>
    </dgm:pt>
    <dgm:pt modelId="{05C4EAEB-11EB-4EAD-BE95-192CA98CFA42}" type="sibTrans" cxnId="{38093B68-8543-407D-BA56-AE5B309B22D9}">
      <dgm:prSet/>
      <dgm:spPr/>
      <dgm:t>
        <a:bodyPr/>
        <a:lstStyle/>
        <a:p>
          <a:endParaRPr lang="en-IN"/>
        </a:p>
      </dgm:t>
    </dgm:pt>
    <dgm:pt modelId="{D131F245-0EEA-48CB-A1F1-D66B02DB8D86}">
      <dgm:prSet phldrT="[Text]" phldr="0"/>
      <dgm:spPr/>
      <dgm:t>
        <a:bodyPr/>
        <a:lstStyle/>
        <a:p>
          <a:r>
            <a:rPr lang="en-IN" dirty="0"/>
            <a:t>Based on Target Variable</a:t>
          </a:r>
        </a:p>
      </dgm:t>
    </dgm:pt>
    <dgm:pt modelId="{9ACB5939-C128-4432-81FC-A8F55D136C34}" type="parTrans" cxnId="{46669E6B-D691-418A-93D0-C318101C3D8F}">
      <dgm:prSet/>
      <dgm:spPr/>
      <dgm:t>
        <a:bodyPr/>
        <a:lstStyle/>
        <a:p>
          <a:endParaRPr lang="en-IN"/>
        </a:p>
      </dgm:t>
    </dgm:pt>
    <dgm:pt modelId="{08588D0B-5480-414B-B0D2-306EB698D515}" type="sibTrans" cxnId="{46669E6B-D691-418A-93D0-C318101C3D8F}">
      <dgm:prSet/>
      <dgm:spPr/>
      <dgm:t>
        <a:bodyPr/>
        <a:lstStyle/>
        <a:p>
          <a:endParaRPr lang="en-IN"/>
        </a:p>
      </dgm:t>
    </dgm:pt>
    <dgm:pt modelId="{5762F94A-6E91-4CEA-95A2-EB389DBECACD}">
      <dgm:prSet phldrT="[Text]" phldr="0"/>
      <dgm:spPr/>
      <dgm:t>
        <a:bodyPr/>
        <a:lstStyle/>
        <a:p>
          <a:r>
            <a:rPr lang="en-IN" dirty="0"/>
            <a:t>Based on Modelling Algorithm</a:t>
          </a:r>
        </a:p>
      </dgm:t>
    </dgm:pt>
    <dgm:pt modelId="{EAE0E2E1-FA22-4CA2-A96F-B41B866DFDA7}" type="parTrans" cxnId="{A709F8FD-D061-49D6-8448-2A3174B17BC8}">
      <dgm:prSet/>
      <dgm:spPr/>
      <dgm:t>
        <a:bodyPr/>
        <a:lstStyle/>
        <a:p>
          <a:endParaRPr lang="en-IN"/>
        </a:p>
      </dgm:t>
    </dgm:pt>
    <dgm:pt modelId="{F8E1E5CE-B8A1-436A-9B0A-269049447BAF}" type="sibTrans" cxnId="{A709F8FD-D061-49D6-8448-2A3174B17BC8}">
      <dgm:prSet/>
      <dgm:spPr/>
      <dgm:t>
        <a:bodyPr/>
        <a:lstStyle/>
        <a:p>
          <a:endParaRPr lang="en-IN"/>
        </a:p>
      </dgm:t>
    </dgm:pt>
    <dgm:pt modelId="{A94C3FA5-44BB-4C93-A364-6C001DEB7DB1}">
      <dgm:prSet phldrT="[Text]" phldr="0"/>
      <dgm:spPr/>
      <dgm:t>
        <a:bodyPr/>
        <a:lstStyle/>
        <a:p>
          <a:r>
            <a:rPr lang="en-IN" dirty="0"/>
            <a:t>Regression</a:t>
          </a:r>
        </a:p>
      </dgm:t>
    </dgm:pt>
    <dgm:pt modelId="{2BAE8948-6033-41F0-BBB5-53301B9B23B5}" type="parTrans" cxnId="{66AC195C-BEB6-43F9-B7FD-DE5B9E38B071}">
      <dgm:prSet/>
      <dgm:spPr/>
      <dgm:t>
        <a:bodyPr/>
        <a:lstStyle/>
        <a:p>
          <a:endParaRPr lang="en-IN"/>
        </a:p>
      </dgm:t>
    </dgm:pt>
    <dgm:pt modelId="{804B1235-ED1E-41AA-8415-1393C73A9525}" type="sibTrans" cxnId="{66AC195C-BEB6-43F9-B7FD-DE5B9E38B071}">
      <dgm:prSet/>
      <dgm:spPr/>
      <dgm:t>
        <a:bodyPr/>
        <a:lstStyle/>
        <a:p>
          <a:endParaRPr lang="en-IN"/>
        </a:p>
      </dgm:t>
    </dgm:pt>
    <dgm:pt modelId="{E1296D8E-2B75-47E8-8FC1-B45B342E28DC}">
      <dgm:prSet phldrT="[Text]" phldr="0"/>
      <dgm:spPr/>
      <dgm:t>
        <a:bodyPr/>
        <a:lstStyle/>
        <a:p>
          <a:r>
            <a:rPr lang="en-IN" dirty="0"/>
            <a:t>Classification</a:t>
          </a:r>
        </a:p>
      </dgm:t>
    </dgm:pt>
    <dgm:pt modelId="{F875F681-889E-4573-BAB1-A36D8B391952}" type="parTrans" cxnId="{BAA30703-5F29-4E61-80BF-343E8FD4031B}">
      <dgm:prSet/>
      <dgm:spPr/>
      <dgm:t>
        <a:bodyPr/>
        <a:lstStyle/>
        <a:p>
          <a:endParaRPr lang="en-IN"/>
        </a:p>
      </dgm:t>
    </dgm:pt>
    <dgm:pt modelId="{32D30C21-654D-42AB-BEF2-6E3F2B77BE07}" type="sibTrans" cxnId="{BAA30703-5F29-4E61-80BF-343E8FD4031B}">
      <dgm:prSet/>
      <dgm:spPr/>
      <dgm:t>
        <a:bodyPr/>
        <a:lstStyle/>
        <a:p>
          <a:endParaRPr lang="en-IN"/>
        </a:p>
      </dgm:t>
    </dgm:pt>
    <dgm:pt modelId="{01A3EB67-503E-4D32-AAD4-7F471AADC508}">
      <dgm:prSet phldrT="[Text]" phldr="0"/>
      <dgm:spPr/>
      <dgm:t>
        <a:bodyPr/>
        <a:lstStyle/>
        <a:p>
          <a:r>
            <a:rPr lang="en-IN" dirty="0"/>
            <a:t>Rules Based (</a:t>
          </a:r>
          <a:r>
            <a:rPr lang="en-IN" dirty="0" err="1"/>
            <a:t>eg.</a:t>
          </a:r>
          <a:r>
            <a:rPr lang="en-IN" dirty="0"/>
            <a:t> Tree based algos)</a:t>
          </a:r>
        </a:p>
      </dgm:t>
    </dgm:pt>
    <dgm:pt modelId="{3E4BAC3D-4DEA-4E00-B9CA-2E6217471952}" type="parTrans" cxnId="{D467FD30-BE30-4E04-B391-3904C333B247}">
      <dgm:prSet/>
      <dgm:spPr/>
      <dgm:t>
        <a:bodyPr/>
        <a:lstStyle/>
        <a:p>
          <a:endParaRPr lang="en-IN"/>
        </a:p>
      </dgm:t>
    </dgm:pt>
    <dgm:pt modelId="{BAB48C8D-9E8E-4F17-8EB0-5BB886085240}" type="sibTrans" cxnId="{D467FD30-BE30-4E04-B391-3904C333B247}">
      <dgm:prSet/>
      <dgm:spPr/>
      <dgm:t>
        <a:bodyPr/>
        <a:lstStyle/>
        <a:p>
          <a:endParaRPr lang="en-IN"/>
        </a:p>
      </dgm:t>
    </dgm:pt>
    <dgm:pt modelId="{88839283-81DF-4B1C-B941-C5002547D82B}">
      <dgm:prSet phldrT="[Text]" phldr="0"/>
      <dgm:spPr/>
      <dgm:t>
        <a:bodyPr/>
        <a:lstStyle/>
        <a:p>
          <a:r>
            <a:rPr lang="en-IN"/>
            <a:t>Equation Based (linear regression, logistic regression, etc.)</a:t>
          </a:r>
          <a:endParaRPr lang="en-IN" dirty="0"/>
        </a:p>
      </dgm:t>
    </dgm:pt>
    <dgm:pt modelId="{D23FF94C-EF2C-4979-B70E-C814B875B0E7}" type="parTrans" cxnId="{8B0F6461-726F-432A-9E1D-E7E32F9FFFD6}">
      <dgm:prSet/>
      <dgm:spPr/>
      <dgm:t>
        <a:bodyPr/>
        <a:lstStyle/>
        <a:p>
          <a:endParaRPr lang="en-IN"/>
        </a:p>
      </dgm:t>
    </dgm:pt>
    <dgm:pt modelId="{7AE27314-5A6B-4D54-ACCC-5E39CD4698C3}" type="sibTrans" cxnId="{8B0F6461-726F-432A-9E1D-E7E32F9FFFD6}">
      <dgm:prSet/>
      <dgm:spPr/>
      <dgm:t>
        <a:bodyPr/>
        <a:lstStyle/>
        <a:p>
          <a:endParaRPr lang="en-IN"/>
        </a:p>
      </dgm:t>
    </dgm:pt>
    <dgm:pt modelId="{7BED2F25-96A2-44D2-9D71-41844CFF753B}" type="pres">
      <dgm:prSet presAssocID="{65211819-F47F-4168-A7E8-E5513C02B3D5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5474A22-74B9-4D55-97DD-530E2B70905F}" type="pres">
      <dgm:prSet presAssocID="{8F92E1C9-8DC3-4C83-9CEE-32A596386CA9}" presName="root1" presStyleCnt="0"/>
      <dgm:spPr/>
    </dgm:pt>
    <dgm:pt modelId="{A7CBF29D-4AF5-47DE-82D8-1C5B57679139}" type="pres">
      <dgm:prSet presAssocID="{8F92E1C9-8DC3-4C83-9CEE-32A596386CA9}" presName="LevelOneTextNode" presStyleLbl="node0" presStyleIdx="0" presStyleCnt="1">
        <dgm:presLayoutVars>
          <dgm:chPref val="3"/>
        </dgm:presLayoutVars>
      </dgm:prSet>
      <dgm:spPr/>
    </dgm:pt>
    <dgm:pt modelId="{550FF5DF-D838-4A70-B51E-CBB6F376E02B}" type="pres">
      <dgm:prSet presAssocID="{8F92E1C9-8DC3-4C83-9CEE-32A596386CA9}" presName="level2hierChild" presStyleCnt="0"/>
      <dgm:spPr/>
    </dgm:pt>
    <dgm:pt modelId="{5E6F1BEC-BA26-46DD-8D83-06C96B85E98E}" type="pres">
      <dgm:prSet presAssocID="{9747903B-469A-436F-B4EC-11E9B8383406}" presName="conn2-1" presStyleLbl="parChTrans1D2" presStyleIdx="0" presStyleCnt="2"/>
      <dgm:spPr/>
    </dgm:pt>
    <dgm:pt modelId="{67E11119-ACA6-4A90-BBBF-43F39ED97CFB}" type="pres">
      <dgm:prSet presAssocID="{9747903B-469A-436F-B4EC-11E9B8383406}" presName="connTx" presStyleLbl="parChTrans1D2" presStyleIdx="0" presStyleCnt="2"/>
      <dgm:spPr/>
    </dgm:pt>
    <dgm:pt modelId="{E1E645C3-7C0A-4E34-863C-E2614011B600}" type="pres">
      <dgm:prSet presAssocID="{0F47205A-4861-4515-A56C-ACE96B4AF2EA}" presName="root2" presStyleCnt="0"/>
      <dgm:spPr/>
    </dgm:pt>
    <dgm:pt modelId="{22891D79-F083-4363-89C1-02D8884202FD}" type="pres">
      <dgm:prSet presAssocID="{0F47205A-4861-4515-A56C-ACE96B4AF2EA}" presName="LevelTwoTextNode" presStyleLbl="node2" presStyleIdx="0" presStyleCnt="2">
        <dgm:presLayoutVars>
          <dgm:chPref val="3"/>
        </dgm:presLayoutVars>
      </dgm:prSet>
      <dgm:spPr/>
    </dgm:pt>
    <dgm:pt modelId="{11564C9A-E72C-4CA7-8840-E835683EA0DF}" type="pres">
      <dgm:prSet presAssocID="{0F47205A-4861-4515-A56C-ACE96B4AF2EA}" presName="level3hierChild" presStyleCnt="0"/>
      <dgm:spPr/>
    </dgm:pt>
    <dgm:pt modelId="{E003B62F-BA68-43BD-A09A-A1B2227A97DA}" type="pres">
      <dgm:prSet presAssocID="{984C90E0-5EBB-45F8-99EB-6BFD0BB8032F}" presName="conn2-1" presStyleLbl="parChTrans1D2" presStyleIdx="1" presStyleCnt="2"/>
      <dgm:spPr/>
    </dgm:pt>
    <dgm:pt modelId="{45A0A24A-2933-41B9-8CCF-FDD79BEB03A7}" type="pres">
      <dgm:prSet presAssocID="{984C90E0-5EBB-45F8-99EB-6BFD0BB8032F}" presName="connTx" presStyleLbl="parChTrans1D2" presStyleIdx="1" presStyleCnt="2"/>
      <dgm:spPr/>
    </dgm:pt>
    <dgm:pt modelId="{46D89237-255B-459A-9624-111429BD1B85}" type="pres">
      <dgm:prSet presAssocID="{37E085CE-CD48-49E0-980D-E14667A2A7A5}" presName="root2" presStyleCnt="0"/>
      <dgm:spPr/>
    </dgm:pt>
    <dgm:pt modelId="{B92F342C-C93E-4A83-A757-CFE1E966050B}" type="pres">
      <dgm:prSet presAssocID="{37E085CE-CD48-49E0-980D-E14667A2A7A5}" presName="LevelTwoTextNode" presStyleLbl="node2" presStyleIdx="1" presStyleCnt="2">
        <dgm:presLayoutVars>
          <dgm:chPref val="3"/>
        </dgm:presLayoutVars>
      </dgm:prSet>
      <dgm:spPr/>
    </dgm:pt>
    <dgm:pt modelId="{7EBBDB68-C367-4572-86F5-6422F823498D}" type="pres">
      <dgm:prSet presAssocID="{37E085CE-CD48-49E0-980D-E14667A2A7A5}" presName="level3hierChild" presStyleCnt="0"/>
      <dgm:spPr/>
    </dgm:pt>
    <dgm:pt modelId="{98102002-C2E5-4D1B-878C-41DF421E3945}" type="pres">
      <dgm:prSet presAssocID="{9ACB5939-C128-4432-81FC-A8F55D136C34}" presName="conn2-1" presStyleLbl="parChTrans1D3" presStyleIdx="0" presStyleCnt="2"/>
      <dgm:spPr/>
    </dgm:pt>
    <dgm:pt modelId="{1EAA3D70-101B-4FE4-A9F5-20741E03CC55}" type="pres">
      <dgm:prSet presAssocID="{9ACB5939-C128-4432-81FC-A8F55D136C34}" presName="connTx" presStyleLbl="parChTrans1D3" presStyleIdx="0" presStyleCnt="2"/>
      <dgm:spPr/>
    </dgm:pt>
    <dgm:pt modelId="{8098D498-7E17-4FC1-882A-475B66579DC1}" type="pres">
      <dgm:prSet presAssocID="{D131F245-0EEA-48CB-A1F1-D66B02DB8D86}" presName="root2" presStyleCnt="0"/>
      <dgm:spPr/>
    </dgm:pt>
    <dgm:pt modelId="{221D41DF-6042-4069-90DD-D8B74C5124C1}" type="pres">
      <dgm:prSet presAssocID="{D131F245-0EEA-48CB-A1F1-D66B02DB8D86}" presName="LevelTwoTextNode" presStyleLbl="node3" presStyleIdx="0" presStyleCnt="2">
        <dgm:presLayoutVars>
          <dgm:chPref val="3"/>
        </dgm:presLayoutVars>
      </dgm:prSet>
      <dgm:spPr/>
    </dgm:pt>
    <dgm:pt modelId="{9635CF30-24EE-46BB-95F5-CD70D37F2BC1}" type="pres">
      <dgm:prSet presAssocID="{D131F245-0EEA-48CB-A1F1-D66B02DB8D86}" presName="level3hierChild" presStyleCnt="0"/>
      <dgm:spPr/>
    </dgm:pt>
    <dgm:pt modelId="{701FB567-3F0C-4CCB-A966-370E36B79594}" type="pres">
      <dgm:prSet presAssocID="{2BAE8948-6033-41F0-BBB5-53301B9B23B5}" presName="conn2-1" presStyleLbl="parChTrans1D4" presStyleIdx="0" presStyleCnt="4"/>
      <dgm:spPr/>
    </dgm:pt>
    <dgm:pt modelId="{6FE2B2E9-60E1-4221-955B-875EC1F908F7}" type="pres">
      <dgm:prSet presAssocID="{2BAE8948-6033-41F0-BBB5-53301B9B23B5}" presName="connTx" presStyleLbl="parChTrans1D4" presStyleIdx="0" presStyleCnt="4"/>
      <dgm:spPr/>
    </dgm:pt>
    <dgm:pt modelId="{8E6FEE79-E7F8-4331-B4C8-3492B244AAF6}" type="pres">
      <dgm:prSet presAssocID="{A94C3FA5-44BB-4C93-A364-6C001DEB7DB1}" presName="root2" presStyleCnt="0"/>
      <dgm:spPr/>
    </dgm:pt>
    <dgm:pt modelId="{56C53500-FFA1-4341-BD95-AEE53DC006A4}" type="pres">
      <dgm:prSet presAssocID="{A94C3FA5-44BB-4C93-A364-6C001DEB7DB1}" presName="LevelTwoTextNode" presStyleLbl="node4" presStyleIdx="0" presStyleCnt="4">
        <dgm:presLayoutVars>
          <dgm:chPref val="3"/>
        </dgm:presLayoutVars>
      </dgm:prSet>
      <dgm:spPr/>
    </dgm:pt>
    <dgm:pt modelId="{B2687B27-7F3D-48C1-BDA9-7A560FBCEDD7}" type="pres">
      <dgm:prSet presAssocID="{A94C3FA5-44BB-4C93-A364-6C001DEB7DB1}" presName="level3hierChild" presStyleCnt="0"/>
      <dgm:spPr/>
    </dgm:pt>
    <dgm:pt modelId="{4434F38B-BC86-41C8-B17C-916F560EB542}" type="pres">
      <dgm:prSet presAssocID="{F875F681-889E-4573-BAB1-A36D8B391952}" presName="conn2-1" presStyleLbl="parChTrans1D4" presStyleIdx="1" presStyleCnt="4"/>
      <dgm:spPr/>
    </dgm:pt>
    <dgm:pt modelId="{BCEEA68D-DF5C-4167-82BF-E0DBDADC25BC}" type="pres">
      <dgm:prSet presAssocID="{F875F681-889E-4573-BAB1-A36D8B391952}" presName="connTx" presStyleLbl="parChTrans1D4" presStyleIdx="1" presStyleCnt="4"/>
      <dgm:spPr/>
    </dgm:pt>
    <dgm:pt modelId="{62687CCC-D0AE-4D9D-A778-47FEFBFFBC24}" type="pres">
      <dgm:prSet presAssocID="{E1296D8E-2B75-47E8-8FC1-B45B342E28DC}" presName="root2" presStyleCnt="0"/>
      <dgm:spPr/>
    </dgm:pt>
    <dgm:pt modelId="{EBDBA6DD-1416-445F-9720-CB9E83BFBE83}" type="pres">
      <dgm:prSet presAssocID="{E1296D8E-2B75-47E8-8FC1-B45B342E28DC}" presName="LevelTwoTextNode" presStyleLbl="node4" presStyleIdx="1" presStyleCnt="4">
        <dgm:presLayoutVars>
          <dgm:chPref val="3"/>
        </dgm:presLayoutVars>
      </dgm:prSet>
      <dgm:spPr/>
    </dgm:pt>
    <dgm:pt modelId="{B6777F21-D2C5-417F-B972-507D5EAE4210}" type="pres">
      <dgm:prSet presAssocID="{E1296D8E-2B75-47E8-8FC1-B45B342E28DC}" presName="level3hierChild" presStyleCnt="0"/>
      <dgm:spPr/>
    </dgm:pt>
    <dgm:pt modelId="{E4337927-A523-49A0-991C-138E99C43E23}" type="pres">
      <dgm:prSet presAssocID="{EAE0E2E1-FA22-4CA2-A96F-B41B866DFDA7}" presName="conn2-1" presStyleLbl="parChTrans1D3" presStyleIdx="1" presStyleCnt="2"/>
      <dgm:spPr/>
    </dgm:pt>
    <dgm:pt modelId="{D12EB296-CCD5-47A8-8618-7369362236DA}" type="pres">
      <dgm:prSet presAssocID="{EAE0E2E1-FA22-4CA2-A96F-B41B866DFDA7}" presName="connTx" presStyleLbl="parChTrans1D3" presStyleIdx="1" presStyleCnt="2"/>
      <dgm:spPr/>
    </dgm:pt>
    <dgm:pt modelId="{4A66440B-2F11-47E3-9ABA-182B904343DF}" type="pres">
      <dgm:prSet presAssocID="{5762F94A-6E91-4CEA-95A2-EB389DBECACD}" presName="root2" presStyleCnt="0"/>
      <dgm:spPr/>
    </dgm:pt>
    <dgm:pt modelId="{435A5DDD-22E7-49CE-A215-B76955987A27}" type="pres">
      <dgm:prSet presAssocID="{5762F94A-6E91-4CEA-95A2-EB389DBECACD}" presName="LevelTwoTextNode" presStyleLbl="node3" presStyleIdx="1" presStyleCnt="2">
        <dgm:presLayoutVars>
          <dgm:chPref val="3"/>
        </dgm:presLayoutVars>
      </dgm:prSet>
      <dgm:spPr/>
    </dgm:pt>
    <dgm:pt modelId="{1BEFCF15-2B7D-4441-88CB-7258964E469B}" type="pres">
      <dgm:prSet presAssocID="{5762F94A-6E91-4CEA-95A2-EB389DBECACD}" presName="level3hierChild" presStyleCnt="0"/>
      <dgm:spPr/>
    </dgm:pt>
    <dgm:pt modelId="{AB25E578-CC5E-4B73-BE69-37D47FBFE666}" type="pres">
      <dgm:prSet presAssocID="{3E4BAC3D-4DEA-4E00-B9CA-2E6217471952}" presName="conn2-1" presStyleLbl="parChTrans1D4" presStyleIdx="2" presStyleCnt="4"/>
      <dgm:spPr/>
    </dgm:pt>
    <dgm:pt modelId="{0CCBD085-8533-4817-AF60-53B7ABA6F7F2}" type="pres">
      <dgm:prSet presAssocID="{3E4BAC3D-4DEA-4E00-B9CA-2E6217471952}" presName="connTx" presStyleLbl="parChTrans1D4" presStyleIdx="2" presStyleCnt="4"/>
      <dgm:spPr/>
    </dgm:pt>
    <dgm:pt modelId="{771CAFE4-2BE1-4F52-848C-49C22E36935D}" type="pres">
      <dgm:prSet presAssocID="{01A3EB67-503E-4D32-AAD4-7F471AADC508}" presName="root2" presStyleCnt="0"/>
      <dgm:spPr/>
    </dgm:pt>
    <dgm:pt modelId="{26D6FAC9-2677-4599-8FC7-2EB0E1364EBE}" type="pres">
      <dgm:prSet presAssocID="{01A3EB67-503E-4D32-AAD4-7F471AADC508}" presName="LevelTwoTextNode" presStyleLbl="node4" presStyleIdx="2" presStyleCnt="4">
        <dgm:presLayoutVars>
          <dgm:chPref val="3"/>
        </dgm:presLayoutVars>
      </dgm:prSet>
      <dgm:spPr/>
    </dgm:pt>
    <dgm:pt modelId="{C8AF3B38-E765-4F24-AE04-0F905E0C02D6}" type="pres">
      <dgm:prSet presAssocID="{01A3EB67-503E-4D32-AAD4-7F471AADC508}" presName="level3hierChild" presStyleCnt="0"/>
      <dgm:spPr/>
    </dgm:pt>
    <dgm:pt modelId="{CD54AD91-53BF-48DF-9FEE-3E28D850348A}" type="pres">
      <dgm:prSet presAssocID="{D23FF94C-EF2C-4979-B70E-C814B875B0E7}" presName="conn2-1" presStyleLbl="parChTrans1D4" presStyleIdx="3" presStyleCnt="4"/>
      <dgm:spPr/>
    </dgm:pt>
    <dgm:pt modelId="{A22DE95C-38C6-4F4D-8955-C63629CDB167}" type="pres">
      <dgm:prSet presAssocID="{D23FF94C-EF2C-4979-B70E-C814B875B0E7}" presName="connTx" presStyleLbl="parChTrans1D4" presStyleIdx="3" presStyleCnt="4"/>
      <dgm:spPr/>
    </dgm:pt>
    <dgm:pt modelId="{878EE63A-0062-49C8-9754-AAFB689E7F21}" type="pres">
      <dgm:prSet presAssocID="{88839283-81DF-4B1C-B941-C5002547D82B}" presName="root2" presStyleCnt="0"/>
      <dgm:spPr/>
    </dgm:pt>
    <dgm:pt modelId="{E2624D1C-C7B0-447C-ADE2-B9DD8A0F4B3F}" type="pres">
      <dgm:prSet presAssocID="{88839283-81DF-4B1C-B941-C5002547D82B}" presName="LevelTwoTextNode" presStyleLbl="node4" presStyleIdx="3" presStyleCnt="4">
        <dgm:presLayoutVars>
          <dgm:chPref val="3"/>
        </dgm:presLayoutVars>
      </dgm:prSet>
      <dgm:spPr/>
    </dgm:pt>
    <dgm:pt modelId="{504BE49B-7D91-4E7D-B490-68B024A98C87}" type="pres">
      <dgm:prSet presAssocID="{88839283-81DF-4B1C-B941-C5002547D82B}" presName="level3hierChild" presStyleCnt="0"/>
      <dgm:spPr/>
    </dgm:pt>
  </dgm:ptLst>
  <dgm:cxnLst>
    <dgm:cxn modelId="{BAA30703-5F29-4E61-80BF-343E8FD4031B}" srcId="{D131F245-0EEA-48CB-A1F1-D66B02DB8D86}" destId="{E1296D8E-2B75-47E8-8FC1-B45B342E28DC}" srcOrd="1" destOrd="0" parTransId="{F875F681-889E-4573-BAB1-A36D8B391952}" sibTransId="{32D30C21-654D-42AB-BEF2-6E3F2B77BE07}"/>
    <dgm:cxn modelId="{E5FE1F0D-CD5B-446C-A22B-669BED5F42B3}" type="presOf" srcId="{2BAE8948-6033-41F0-BBB5-53301B9B23B5}" destId="{701FB567-3F0C-4CCB-A966-370E36B79594}" srcOrd="0" destOrd="0" presId="urn:microsoft.com/office/officeart/2005/8/layout/hierarchy2"/>
    <dgm:cxn modelId="{549DD21D-F973-4D3B-8E56-A53DF86A648D}" type="presOf" srcId="{984C90E0-5EBB-45F8-99EB-6BFD0BB8032F}" destId="{E003B62F-BA68-43BD-A09A-A1B2227A97DA}" srcOrd="0" destOrd="0" presId="urn:microsoft.com/office/officeart/2005/8/layout/hierarchy2"/>
    <dgm:cxn modelId="{11A58A1F-4A0D-483F-A329-E350554EF3E5}" type="presOf" srcId="{D23FF94C-EF2C-4979-B70E-C814B875B0E7}" destId="{A22DE95C-38C6-4F4D-8955-C63629CDB167}" srcOrd="1" destOrd="0" presId="urn:microsoft.com/office/officeart/2005/8/layout/hierarchy2"/>
    <dgm:cxn modelId="{ACEBF722-CF94-417C-968B-003B337F89A5}" type="presOf" srcId="{E1296D8E-2B75-47E8-8FC1-B45B342E28DC}" destId="{EBDBA6DD-1416-445F-9720-CB9E83BFBE83}" srcOrd="0" destOrd="0" presId="urn:microsoft.com/office/officeart/2005/8/layout/hierarchy2"/>
    <dgm:cxn modelId="{D467FD30-BE30-4E04-B391-3904C333B247}" srcId="{5762F94A-6E91-4CEA-95A2-EB389DBECACD}" destId="{01A3EB67-503E-4D32-AAD4-7F471AADC508}" srcOrd="0" destOrd="0" parTransId="{3E4BAC3D-4DEA-4E00-B9CA-2E6217471952}" sibTransId="{BAB48C8D-9E8E-4F17-8EB0-5BB886085240}"/>
    <dgm:cxn modelId="{66AC195C-BEB6-43F9-B7FD-DE5B9E38B071}" srcId="{D131F245-0EEA-48CB-A1F1-D66B02DB8D86}" destId="{A94C3FA5-44BB-4C93-A364-6C001DEB7DB1}" srcOrd="0" destOrd="0" parTransId="{2BAE8948-6033-41F0-BBB5-53301B9B23B5}" sibTransId="{804B1235-ED1E-41AA-8415-1393C73A9525}"/>
    <dgm:cxn modelId="{E37D395E-61FE-4AEC-9342-01E2645A32FE}" srcId="{8F92E1C9-8DC3-4C83-9CEE-32A596386CA9}" destId="{0F47205A-4861-4515-A56C-ACE96B4AF2EA}" srcOrd="0" destOrd="0" parTransId="{9747903B-469A-436F-B4EC-11E9B8383406}" sibTransId="{476D3B31-DAE8-4063-8579-C2BC31981111}"/>
    <dgm:cxn modelId="{33450A60-2E97-4557-827B-104C6D7149AC}" type="presOf" srcId="{EAE0E2E1-FA22-4CA2-A96F-B41B866DFDA7}" destId="{D12EB296-CCD5-47A8-8618-7369362236DA}" srcOrd="1" destOrd="0" presId="urn:microsoft.com/office/officeart/2005/8/layout/hierarchy2"/>
    <dgm:cxn modelId="{8B0F6461-726F-432A-9E1D-E7E32F9FFFD6}" srcId="{5762F94A-6E91-4CEA-95A2-EB389DBECACD}" destId="{88839283-81DF-4B1C-B941-C5002547D82B}" srcOrd="1" destOrd="0" parTransId="{D23FF94C-EF2C-4979-B70E-C814B875B0E7}" sibTransId="{7AE27314-5A6B-4D54-ACCC-5E39CD4698C3}"/>
    <dgm:cxn modelId="{EDADFE43-BB71-46C1-A730-6E5A6D4A2C31}" type="presOf" srcId="{9747903B-469A-436F-B4EC-11E9B8383406}" destId="{67E11119-ACA6-4A90-BBBF-43F39ED97CFB}" srcOrd="1" destOrd="0" presId="urn:microsoft.com/office/officeart/2005/8/layout/hierarchy2"/>
    <dgm:cxn modelId="{38093B68-8543-407D-BA56-AE5B309B22D9}" srcId="{8F92E1C9-8DC3-4C83-9CEE-32A596386CA9}" destId="{37E085CE-CD48-49E0-980D-E14667A2A7A5}" srcOrd="1" destOrd="0" parTransId="{984C90E0-5EBB-45F8-99EB-6BFD0BB8032F}" sibTransId="{05C4EAEB-11EB-4EAD-BE95-192CA98CFA42}"/>
    <dgm:cxn modelId="{65C50049-BEC4-4F2A-A510-EBB363A1D0C9}" type="presOf" srcId="{9ACB5939-C128-4432-81FC-A8F55D136C34}" destId="{1EAA3D70-101B-4FE4-A9F5-20741E03CC55}" srcOrd="1" destOrd="0" presId="urn:microsoft.com/office/officeart/2005/8/layout/hierarchy2"/>
    <dgm:cxn modelId="{46669E6B-D691-418A-93D0-C318101C3D8F}" srcId="{37E085CE-CD48-49E0-980D-E14667A2A7A5}" destId="{D131F245-0EEA-48CB-A1F1-D66B02DB8D86}" srcOrd="0" destOrd="0" parTransId="{9ACB5939-C128-4432-81FC-A8F55D136C34}" sibTransId="{08588D0B-5480-414B-B0D2-306EB698D515}"/>
    <dgm:cxn modelId="{E53A324D-7F5B-4875-A679-7EB00A8AA5E2}" type="presOf" srcId="{A94C3FA5-44BB-4C93-A364-6C001DEB7DB1}" destId="{56C53500-FFA1-4341-BD95-AEE53DC006A4}" srcOrd="0" destOrd="0" presId="urn:microsoft.com/office/officeart/2005/8/layout/hierarchy2"/>
    <dgm:cxn modelId="{4782AD6E-3B3E-4873-A151-F1A810D27BB1}" type="presOf" srcId="{3E4BAC3D-4DEA-4E00-B9CA-2E6217471952}" destId="{AB25E578-CC5E-4B73-BE69-37D47FBFE666}" srcOrd="0" destOrd="0" presId="urn:microsoft.com/office/officeart/2005/8/layout/hierarchy2"/>
    <dgm:cxn modelId="{FFA53353-E2F6-47D1-B3F8-05E5C3ED9F23}" type="presOf" srcId="{2BAE8948-6033-41F0-BBB5-53301B9B23B5}" destId="{6FE2B2E9-60E1-4221-955B-875EC1F908F7}" srcOrd="1" destOrd="0" presId="urn:microsoft.com/office/officeart/2005/8/layout/hierarchy2"/>
    <dgm:cxn modelId="{C4498F78-43F5-4D41-837C-6A944955B769}" type="presOf" srcId="{01A3EB67-503E-4D32-AAD4-7F471AADC508}" destId="{26D6FAC9-2677-4599-8FC7-2EB0E1364EBE}" srcOrd="0" destOrd="0" presId="urn:microsoft.com/office/officeart/2005/8/layout/hierarchy2"/>
    <dgm:cxn modelId="{3CA46F59-DA27-424E-A157-CD09DAA7B44E}" type="presOf" srcId="{88839283-81DF-4B1C-B941-C5002547D82B}" destId="{E2624D1C-C7B0-447C-ADE2-B9DD8A0F4B3F}" srcOrd="0" destOrd="0" presId="urn:microsoft.com/office/officeart/2005/8/layout/hierarchy2"/>
    <dgm:cxn modelId="{42B37D59-2249-4B85-A7CB-8C649C96ACC1}" type="presOf" srcId="{EAE0E2E1-FA22-4CA2-A96F-B41B866DFDA7}" destId="{E4337927-A523-49A0-991C-138E99C43E23}" srcOrd="0" destOrd="0" presId="urn:microsoft.com/office/officeart/2005/8/layout/hierarchy2"/>
    <dgm:cxn modelId="{F582357B-EE72-4457-AA41-EAC7F994D4A9}" type="presOf" srcId="{D131F245-0EEA-48CB-A1F1-D66B02DB8D86}" destId="{221D41DF-6042-4069-90DD-D8B74C5124C1}" srcOrd="0" destOrd="0" presId="urn:microsoft.com/office/officeart/2005/8/layout/hierarchy2"/>
    <dgm:cxn modelId="{2AB11C88-3733-4F5E-A8E6-31DA346A3D66}" type="presOf" srcId="{5762F94A-6E91-4CEA-95A2-EB389DBECACD}" destId="{435A5DDD-22E7-49CE-A215-B76955987A27}" srcOrd="0" destOrd="0" presId="urn:microsoft.com/office/officeart/2005/8/layout/hierarchy2"/>
    <dgm:cxn modelId="{C910D293-A7B9-4FC8-B867-509999855449}" type="presOf" srcId="{3E4BAC3D-4DEA-4E00-B9CA-2E6217471952}" destId="{0CCBD085-8533-4817-AF60-53B7ABA6F7F2}" srcOrd="1" destOrd="0" presId="urn:microsoft.com/office/officeart/2005/8/layout/hierarchy2"/>
    <dgm:cxn modelId="{8E1C40A4-34AA-4DE8-B40D-1FA21A443E59}" type="presOf" srcId="{37E085CE-CD48-49E0-980D-E14667A2A7A5}" destId="{B92F342C-C93E-4A83-A757-CFE1E966050B}" srcOrd="0" destOrd="0" presId="urn:microsoft.com/office/officeart/2005/8/layout/hierarchy2"/>
    <dgm:cxn modelId="{5D2C05A6-B527-474F-9F6E-09F5EF138AB2}" type="presOf" srcId="{9ACB5939-C128-4432-81FC-A8F55D136C34}" destId="{98102002-C2E5-4D1B-878C-41DF421E3945}" srcOrd="0" destOrd="0" presId="urn:microsoft.com/office/officeart/2005/8/layout/hierarchy2"/>
    <dgm:cxn modelId="{46E5A4B3-DCAD-49B5-AC87-74D9B9EB32B0}" type="presOf" srcId="{F875F681-889E-4573-BAB1-A36D8B391952}" destId="{BCEEA68D-DF5C-4167-82BF-E0DBDADC25BC}" srcOrd="1" destOrd="0" presId="urn:microsoft.com/office/officeart/2005/8/layout/hierarchy2"/>
    <dgm:cxn modelId="{E5A564BB-5351-43DA-9F2F-19E4847B15C3}" type="presOf" srcId="{9747903B-469A-436F-B4EC-11E9B8383406}" destId="{5E6F1BEC-BA26-46DD-8D83-06C96B85E98E}" srcOrd="0" destOrd="0" presId="urn:microsoft.com/office/officeart/2005/8/layout/hierarchy2"/>
    <dgm:cxn modelId="{E5D36FC1-134F-4D9F-9C37-507E496AAC77}" type="presOf" srcId="{65211819-F47F-4168-A7E8-E5513C02B3D5}" destId="{7BED2F25-96A2-44D2-9D71-41844CFF753B}" srcOrd="0" destOrd="0" presId="urn:microsoft.com/office/officeart/2005/8/layout/hierarchy2"/>
    <dgm:cxn modelId="{C33E15C4-5234-4BD0-B93A-24B1734133F3}" type="presOf" srcId="{8F92E1C9-8DC3-4C83-9CEE-32A596386CA9}" destId="{A7CBF29D-4AF5-47DE-82D8-1C5B57679139}" srcOrd="0" destOrd="0" presId="urn:microsoft.com/office/officeart/2005/8/layout/hierarchy2"/>
    <dgm:cxn modelId="{55295CDE-4FD8-474D-BB39-F85D9A9142EB}" type="presOf" srcId="{984C90E0-5EBB-45F8-99EB-6BFD0BB8032F}" destId="{45A0A24A-2933-41B9-8CCF-FDD79BEB03A7}" srcOrd="1" destOrd="0" presId="urn:microsoft.com/office/officeart/2005/8/layout/hierarchy2"/>
    <dgm:cxn modelId="{519D7FE8-0327-4855-B384-54B1512B6297}" type="presOf" srcId="{0F47205A-4861-4515-A56C-ACE96B4AF2EA}" destId="{22891D79-F083-4363-89C1-02D8884202FD}" srcOrd="0" destOrd="0" presId="urn:microsoft.com/office/officeart/2005/8/layout/hierarchy2"/>
    <dgm:cxn modelId="{6F61B6E9-4AAF-4C66-87A4-BF5445B8A089}" type="presOf" srcId="{F875F681-889E-4573-BAB1-A36D8B391952}" destId="{4434F38B-BC86-41C8-B17C-916F560EB542}" srcOrd="0" destOrd="0" presId="urn:microsoft.com/office/officeart/2005/8/layout/hierarchy2"/>
    <dgm:cxn modelId="{871894F0-E1E2-4B72-933F-7E6350B3548E}" srcId="{65211819-F47F-4168-A7E8-E5513C02B3D5}" destId="{8F92E1C9-8DC3-4C83-9CEE-32A596386CA9}" srcOrd="0" destOrd="0" parTransId="{965E53D9-930B-4CFB-B909-4766833D6523}" sibTransId="{E5A6FCBE-8878-4444-B0E2-2235ED2099B4}"/>
    <dgm:cxn modelId="{A709F8FD-D061-49D6-8448-2A3174B17BC8}" srcId="{37E085CE-CD48-49E0-980D-E14667A2A7A5}" destId="{5762F94A-6E91-4CEA-95A2-EB389DBECACD}" srcOrd="1" destOrd="0" parTransId="{EAE0E2E1-FA22-4CA2-A96F-B41B866DFDA7}" sibTransId="{F8E1E5CE-B8A1-436A-9B0A-269049447BAF}"/>
    <dgm:cxn modelId="{03FDF7FF-5FE2-458E-A0D0-6F0FB6CA8F4B}" type="presOf" srcId="{D23FF94C-EF2C-4979-B70E-C814B875B0E7}" destId="{CD54AD91-53BF-48DF-9FEE-3E28D850348A}" srcOrd="0" destOrd="0" presId="urn:microsoft.com/office/officeart/2005/8/layout/hierarchy2"/>
    <dgm:cxn modelId="{7B90CDD8-A7C3-4345-9A00-65B62D28DD43}" type="presParOf" srcId="{7BED2F25-96A2-44D2-9D71-41844CFF753B}" destId="{C5474A22-74B9-4D55-97DD-530E2B70905F}" srcOrd="0" destOrd="0" presId="urn:microsoft.com/office/officeart/2005/8/layout/hierarchy2"/>
    <dgm:cxn modelId="{7E64F6DB-8248-4D5F-BAC9-CA94090226F0}" type="presParOf" srcId="{C5474A22-74B9-4D55-97DD-530E2B70905F}" destId="{A7CBF29D-4AF5-47DE-82D8-1C5B57679139}" srcOrd="0" destOrd="0" presId="urn:microsoft.com/office/officeart/2005/8/layout/hierarchy2"/>
    <dgm:cxn modelId="{74851304-D00C-4A50-8363-F239E3B2F310}" type="presParOf" srcId="{C5474A22-74B9-4D55-97DD-530E2B70905F}" destId="{550FF5DF-D838-4A70-B51E-CBB6F376E02B}" srcOrd="1" destOrd="0" presId="urn:microsoft.com/office/officeart/2005/8/layout/hierarchy2"/>
    <dgm:cxn modelId="{5C655739-1C5D-41FC-B05B-82AE666E4103}" type="presParOf" srcId="{550FF5DF-D838-4A70-B51E-CBB6F376E02B}" destId="{5E6F1BEC-BA26-46DD-8D83-06C96B85E98E}" srcOrd="0" destOrd="0" presId="urn:microsoft.com/office/officeart/2005/8/layout/hierarchy2"/>
    <dgm:cxn modelId="{B38BD86A-9ABC-4A2C-ACEE-FD490709BA21}" type="presParOf" srcId="{5E6F1BEC-BA26-46DD-8D83-06C96B85E98E}" destId="{67E11119-ACA6-4A90-BBBF-43F39ED97CFB}" srcOrd="0" destOrd="0" presId="urn:microsoft.com/office/officeart/2005/8/layout/hierarchy2"/>
    <dgm:cxn modelId="{39516C91-C938-4216-B893-26344651F40C}" type="presParOf" srcId="{550FF5DF-D838-4A70-B51E-CBB6F376E02B}" destId="{E1E645C3-7C0A-4E34-863C-E2614011B600}" srcOrd="1" destOrd="0" presId="urn:microsoft.com/office/officeart/2005/8/layout/hierarchy2"/>
    <dgm:cxn modelId="{76ECF597-0E63-4330-A514-467E6097938F}" type="presParOf" srcId="{E1E645C3-7C0A-4E34-863C-E2614011B600}" destId="{22891D79-F083-4363-89C1-02D8884202FD}" srcOrd="0" destOrd="0" presId="urn:microsoft.com/office/officeart/2005/8/layout/hierarchy2"/>
    <dgm:cxn modelId="{CA5C3340-B815-48DB-9155-22A58F9E04CC}" type="presParOf" srcId="{E1E645C3-7C0A-4E34-863C-E2614011B600}" destId="{11564C9A-E72C-4CA7-8840-E835683EA0DF}" srcOrd="1" destOrd="0" presId="urn:microsoft.com/office/officeart/2005/8/layout/hierarchy2"/>
    <dgm:cxn modelId="{B32E16C2-3435-4C24-A032-2B7958528B22}" type="presParOf" srcId="{550FF5DF-D838-4A70-B51E-CBB6F376E02B}" destId="{E003B62F-BA68-43BD-A09A-A1B2227A97DA}" srcOrd="2" destOrd="0" presId="urn:microsoft.com/office/officeart/2005/8/layout/hierarchy2"/>
    <dgm:cxn modelId="{503C7E44-C727-4697-AC27-03241FBB5093}" type="presParOf" srcId="{E003B62F-BA68-43BD-A09A-A1B2227A97DA}" destId="{45A0A24A-2933-41B9-8CCF-FDD79BEB03A7}" srcOrd="0" destOrd="0" presId="urn:microsoft.com/office/officeart/2005/8/layout/hierarchy2"/>
    <dgm:cxn modelId="{BFD78E9B-E1F3-47F6-8F3F-63BA15E7005F}" type="presParOf" srcId="{550FF5DF-D838-4A70-B51E-CBB6F376E02B}" destId="{46D89237-255B-459A-9624-111429BD1B85}" srcOrd="3" destOrd="0" presId="urn:microsoft.com/office/officeart/2005/8/layout/hierarchy2"/>
    <dgm:cxn modelId="{F72682C9-B65E-4F3B-80D0-E74276E3615B}" type="presParOf" srcId="{46D89237-255B-459A-9624-111429BD1B85}" destId="{B92F342C-C93E-4A83-A757-CFE1E966050B}" srcOrd="0" destOrd="0" presId="urn:microsoft.com/office/officeart/2005/8/layout/hierarchy2"/>
    <dgm:cxn modelId="{65438334-9CC1-490D-A3AB-5ADDB530EB29}" type="presParOf" srcId="{46D89237-255B-459A-9624-111429BD1B85}" destId="{7EBBDB68-C367-4572-86F5-6422F823498D}" srcOrd="1" destOrd="0" presId="urn:microsoft.com/office/officeart/2005/8/layout/hierarchy2"/>
    <dgm:cxn modelId="{7813C285-00AC-4703-82F6-2350AF25928D}" type="presParOf" srcId="{7EBBDB68-C367-4572-86F5-6422F823498D}" destId="{98102002-C2E5-4D1B-878C-41DF421E3945}" srcOrd="0" destOrd="0" presId="urn:microsoft.com/office/officeart/2005/8/layout/hierarchy2"/>
    <dgm:cxn modelId="{C1F2FF7F-3BF3-4DB4-BA8D-2086145C4041}" type="presParOf" srcId="{98102002-C2E5-4D1B-878C-41DF421E3945}" destId="{1EAA3D70-101B-4FE4-A9F5-20741E03CC55}" srcOrd="0" destOrd="0" presId="urn:microsoft.com/office/officeart/2005/8/layout/hierarchy2"/>
    <dgm:cxn modelId="{A3AC7059-DDC7-4118-8811-632C47D0B758}" type="presParOf" srcId="{7EBBDB68-C367-4572-86F5-6422F823498D}" destId="{8098D498-7E17-4FC1-882A-475B66579DC1}" srcOrd="1" destOrd="0" presId="urn:microsoft.com/office/officeart/2005/8/layout/hierarchy2"/>
    <dgm:cxn modelId="{7C10D9A7-C9E6-41F3-93E2-3CFDADA517A3}" type="presParOf" srcId="{8098D498-7E17-4FC1-882A-475B66579DC1}" destId="{221D41DF-6042-4069-90DD-D8B74C5124C1}" srcOrd="0" destOrd="0" presId="urn:microsoft.com/office/officeart/2005/8/layout/hierarchy2"/>
    <dgm:cxn modelId="{32306E3A-6C52-47E5-902B-74567095AF90}" type="presParOf" srcId="{8098D498-7E17-4FC1-882A-475B66579DC1}" destId="{9635CF30-24EE-46BB-95F5-CD70D37F2BC1}" srcOrd="1" destOrd="0" presId="urn:microsoft.com/office/officeart/2005/8/layout/hierarchy2"/>
    <dgm:cxn modelId="{BAC6270A-243F-489E-ACC5-AB30A520E63C}" type="presParOf" srcId="{9635CF30-24EE-46BB-95F5-CD70D37F2BC1}" destId="{701FB567-3F0C-4CCB-A966-370E36B79594}" srcOrd="0" destOrd="0" presId="urn:microsoft.com/office/officeart/2005/8/layout/hierarchy2"/>
    <dgm:cxn modelId="{BD606A77-70CA-4389-84B8-129A643A3778}" type="presParOf" srcId="{701FB567-3F0C-4CCB-A966-370E36B79594}" destId="{6FE2B2E9-60E1-4221-955B-875EC1F908F7}" srcOrd="0" destOrd="0" presId="urn:microsoft.com/office/officeart/2005/8/layout/hierarchy2"/>
    <dgm:cxn modelId="{3E81D519-239C-4379-B23A-B4CE839B1FA6}" type="presParOf" srcId="{9635CF30-24EE-46BB-95F5-CD70D37F2BC1}" destId="{8E6FEE79-E7F8-4331-B4C8-3492B244AAF6}" srcOrd="1" destOrd="0" presId="urn:microsoft.com/office/officeart/2005/8/layout/hierarchy2"/>
    <dgm:cxn modelId="{C2374014-5B62-4D39-80A8-726F4A985F48}" type="presParOf" srcId="{8E6FEE79-E7F8-4331-B4C8-3492B244AAF6}" destId="{56C53500-FFA1-4341-BD95-AEE53DC006A4}" srcOrd="0" destOrd="0" presId="urn:microsoft.com/office/officeart/2005/8/layout/hierarchy2"/>
    <dgm:cxn modelId="{84376067-1DEB-4E7C-AE9E-F317383916D1}" type="presParOf" srcId="{8E6FEE79-E7F8-4331-B4C8-3492B244AAF6}" destId="{B2687B27-7F3D-48C1-BDA9-7A560FBCEDD7}" srcOrd="1" destOrd="0" presId="urn:microsoft.com/office/officeart/2005/8/layout/hierarchy2"/>
    <dgm:cxn modelId="{30EBBEEB-D705-4B5A-B1E5-29E36495AB37}" type="presParOf" srcId="{9635CF30-24EE-46BB-95F5-CD70D37F2BC1}" destId="{4434F38B-BC86-41C8-B17C-916F560EB542}" srcOrd="2" destOrd="0" presId="urn:microsoft.com/office/officeart/2005/8/layout/hierarchy2"/>
    <dgm:cxn modelId="{6500EC31-7DB9-45BA-B62C-405C922B6E94}" type="presParOf" srcId="{4434F38B-BC86-41C8-B17C-916F560EB542}" destId="{BCEEA68D-DF5C-4167-82BF-E0DBDADC25BC}" srcOrd="0" destOrd="0" presId="urn:microsoft.com/office/officeart/2005/8/layout/hierarchy2"/>
    <dgm:cxn modelId="{DF5EE0A3-E757-4327-A401-3DD5D6DEBD95}" type="presParOf" srcId="{9635CF30-24EE-46BB-95F5-CD70D37F2BC1}" destId="{62687CCC-D0AE-4D9D-A778-47FEFBFFBC24}" srcOrd="3" destOrd="0" presId="urn:microsoft.com/office/officeart/2005/8/layout/hierarchy2"/>
    <dgm:cxn modelId="{A3447D7D-AECC-4D34-A46E-54375AF96E50}" type="presParOf" srcId="{62687CCC-D0AE-4D9D-A778-47FEFBFFBC24}" destId="{EBDBA6DD-1416-445F-9720-CB9E83BFBE83}" srcOrd="0" destOrd="0" presId="urn:microsoft.com/office/officeart/2005/8/layout/hierarchy2"/>
    <dgm:cxn modelId="{6513EF6F-33DE-41BA-860B-363261EAC4B2}" type="presParOf" srcId="{62687CCC-D0AE-4D9D-A778-47FEFBFFBC24}" destId="{B6777F21-D2C5-417F-B972-507D5EAE4210}" srcOrd="1" destOrd="0" presId="urn:microsoft.com/office/officeart/2005/8/layout/hierarchy2"/>
    <dgm:cxn modelId="{CFA697FD-A1D0-4CF2-A594-B5856782018B}" type="presParOf" srcId="{7EBBDB68-C367-4572-86F5-6422F823498D}" destId="{E4337927-A523-49A0-991C-138E99C43E23}" srcOrd="2" destOrd="0" presId="urn:microsoft.com/office/officeart/2005/8/layout/hierarchy2"/>
    <dgm:cxn modelId="{E5CCC1F4-FB6A-4525-B420-6FA42B945DC9}" type="presParOf" srcId="{E4337927-A523-49A0-991C-138E99C43E23}" destId="{D12EB296-CCD5-47A8-8618-7369362236DA}" srcOrd="0" destOrd="0" presId="urn:microsoft.com/office/officeart/2005/8/layout/hierarchy2"/>
    <dgm:cxn modelId="{758974E1-4239-4F4E-8C1C-BF981EFF41A9}" type="presParOf" srcId="{7EBBDB68-C367-4572-86F5-6422F823498D}" destId="{4A66440B-2F11-47E3-9ABA-182B904343DF}" srcOrd="3" destOrd="0" presId="urn:microsoft.com/office/officeart/2005/8/layout/hierarchy2"/>
    <dgm:cxn modelId="{11AACEF4-CBCD-4717-A998-AD82D7CAB1DF}" type="presParOf" srcId="{4A66440B-2F11-47E3-9ABA-182B904343DF}" destId="{435A5DDD-22E7-49CE-A215-B76955987A27}" srcOrd="0" destOrd="0" presId="urn:microsoft.com/office/officeart/2005/8/layout/hierarchy2"/>
    <dgm:cxn modelId="{20531D14-46BF-43A8-821D-34B9882BFF0F}" type="presParOf" srcId="{4A66440B-2F11-47E3-9ABA-182B904343DF}" destId="{1BEFCF15-2B7D-4441-88CB-7258964E469B}" srcOrd="1" destOrd="0" presId="urn:microsoft.com/office/officeart/2005/8/layout/hierarchy2"/>
    <dgm:cxn modelId="{419B4529-DB95-4758-9CFA-16C29EB30187}" type="presParOf" srcId="{1BEFCF15-2B7D-4441-88CB-7258964E469B}" destId="{AB25E578-CC5E-4B73-BE69-37D47FBFE666}" srcOrd="0" destOrd="0" presId="urn:microsoft.com/office/officeart/2005/8/layout/hierarchy2"/>
    <dgm:cxn modelId="{8101B2E5-9140-4BAE-B007-1DB01CA909A8}" type="presParOf" srcId="{AB25E578-CC5E-4B73-BE69-37D47FBFE666}" destId="{0CCBD085-8533-4817-AF60-53B7ABA6F7F2}" srcOrd="0" destOrd="0" presId="urn:microsoft.com/office/officeart/2005/8/layout/hierarchy2"/>
    <dgm:cxn modelId="{266DE344-FA26-4D3D-A274-ABE9F2F0F6A9}" type="presParOf" srcId="{1BEFCF15-2B7D-4441-88CB-7258964E469B}" destId="{771CAFE4-2BE1-4F52-848C-49C22E36935D}" srcOrd="1" destOrd="0" presId="urn:microsoft.com/office/officeart/2005/8/layout/hierarchy2"/>
    <dgm:cxn modelId="{059F5786-AE11-47F2-B958-37DAAB8B01F9}" type="presParOf" srcId="{771CAFE4-2BE1-4F52-848C-49C22E36935D}" destId="{26D6FAC9-2677-4599-8FC7-2EB0E1364EBE}" srcOrd="0" destOrd="0" presId="urn:microsoft.com/office/officeart/2005/8/layout/hierarchy2"/>
    <dgm:cxn modelId="{80110F22-7B61-40FA-90B3-0CE3FDBBC625}" type="presParOf" srcId="{771CAFE4-2BE1-4F52-848C-49C22E36935D}" destId="{C8AF3B38-E765-4F24-AE04-0F905E0C02D6}" srcOrd="1" destOrd="0" presId="urn:microsoft.com/office/officeart/2005/8/layout/hierarchy2"/>
    <dgm:cxn modelId="{453937C6-485F-4A38-B17F-A3D00CF026DD}" type="presParOf" srcId="{1BEFCF15-2B7D-4441-88CB-7258964E469B}" destId="{CD54AD91-53BF-48DF-9FEE-3E28D850348A}" srcOrd="2" destOrd="0" presId="urn:microsoft.com/office/officeart/2005/8/layout/hierarchy2"/>
    <dgm:cxn modelId="{7DB02275-499E-4FD0-AC94-B067BCA7E181}" type="presParOf" srcId="{CD54AD91-53BF-48DF-9FEE-3E28D850348A}" destId="{A22DE95C-38C6-4F4D-8955-C63629CDB167}" srcOrd="0" destOrd="0" presId="urn:microsoft.com/office/officeart/2005/8/layout/hierarchy2"/>
    <dgm:cxn modelId="{FE5EF807-E410-401E-8749-28FBCFF5A870}" type="presParOf" srcId="{1BEFCF15-2B7D-4441-88CB-7258964E469B}" destId="{878EE63A-0062-49C8-9754-AAFB689E7F21}" srcOrd="3" destOrd="0" presId="urn:microsoft.com/office/officeart/2005/8/layout/hierarchy2"/>
    <dgm:cxn modelId="{569BF818-5EB1-4179-801B-456DA1847DE6}" type="presParOf" srcId="{878EE63A-0062-49C8-9754-AAFB689E7F21}" destId="{E2624D1C-C7B0-447C-ADE2-B9DD8A0F4B3F}" srcOrd="0" destOrd="0" presId="urn:microsoft.com/office/officeart/2005/8/layout/hierarchy2"/>
    <dgm:cxn modelId="{9BBCA232-4693-4FD8-B738-07D1F6482E99}" type="presParOf" srcId="{878EE63A-0062-49C8-9754-AAFB689E7F21}" destId="{504BE49B-7D91-4E7D-B490-68B024A98C87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CBF29D-4AF5-47DE-82D8-1C5B57679139}">
      <dsp:nvSpPr>
        <dsp:cNvPr id="0" name=""/>
        <dsp:cNvSpPr/>
      </dsp:nvSpPr>
      <dsp:spPr>
        <a:xfrm>
          <a:off x="1960" y="1850041"/>
          <a:ext cx="2181250" cy="1090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Types of ML Processes</a:t>
          </a:r>
        </a:p>
      </dsp:txBody>
      <dsp:txXfrm>
        <a:off x="33903" y="1881984"/>
        <a:ext cx="2117364" cy="1026739"/>
      </dsp:txXfrm>
    </dsp:sp>
    <dsp:sp modelId="{5E6F1BEC-BA26-46DD-8D83-06C96B85E98E}">
      <dsp:nvSpPr>
        <dsp:cNvPr id="0" name=""/>
        <dsp:cNvSpPr/>
      </dsp:nvSpPr>
      <dsp:spPr>
        <a:xfrm rot="19457599">
          <a:off x="2082218" y="2065561"/>
          <a:ext cx="1074487" cy="32475"/>
        </a:xfrm>
        <a:custGeom>
          <a:avLst/>
          <a:gdLst/>
          <a:ahLst/>
          <a:cxnLst/>
          <a:rect l="0" t="0" r="0" b="0"/>
          <a:pathLst>
            <a:path>
              <a:moveTo>
                <a:pt x="0" y="16237"/>
              </a:moveTo>
              <a:lnTo>
                <a:pt x="1074487" y="1623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592599" y="2054937"/>
        <a:ext cx="53724" cy="53724"/>
      </dsp:txXfrm>
    </dsp:sp>
    <dsp:sp modelId="{22891D79-F083-4363-89C1-02D8884202FD}">
      <dsp:nvSpPr>
        <dsp:cNvPr id="0" name=""/>
        <dsp:cNvSpPr/>
      </dsp:nvSpPr>
      <dsp:spPr>
        <a:xfrm>
          <a:off x="3055711" y="1222932"/>
          <a:ext cx="2181250" cy="1090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Unsupervised ML</a:t>
          </a:r>
        </a:p>
      </dsp:txBody>
      <dsp:txXfrm>
        <a:off x="3087654" y="1254875"/>
        <a:ext cx="2117364" cy="1026739"/>
      </dsp:txXfrm>
    </dsp:sp>
    <dsp:sp modelId="{E003B62F-BA68-43BD-A09A-A1B2227A97DA}">
      <dsp:nvSpPr>
        <dsp:cNvPr id="0" name=""/>
        <dsp:cNvSpPr/>
      </dsp:nvSpPr>
      <dsp:spPr>
        <a:xfrm rot="2142401">
          <a:off x="2082218" y="2692671"/>
          <a:ext cx="1074487" cy="32475"/>
        </a:xfrm>
        <a:custGeom>
          <a:avLst/>
          <a:gdLst/>
          <a:ahLst/>
          <a:cxnLst/>
          <a:rect l="0" t="0" r="0" b="0"/>
          <a:pathLst>
            <a:path>
              <a:moveTo>
                <a:pt x="0" y="16237"/>
              </a:moveTo>
              <a:lnTo>
                <a:pt x="1074487" y="1623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592599" y="2682046"/>
        <a:ext cx="53724" cy="53724"/>
      </dsp:txXfrm>
    </dsp:sp>
    <dsp:sp modelId="{B92F342C-C93E-4A83-A757-CFE1E966050B}">
      <dsp:nvSpPr>
        <dsp:cNvPr id="0" name=""/>
        <dsp:cNvSpPr/>
      </dsp:nvSpPr>
      <dsp:spPr>
        <a:xfrm>
          <a:off x="3055711" y="2477151"/>
          <a:ext cx="2181250" cy="1090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Supervised ML</a:t>
          </a:r>
        </a:p>
      </dsp:txBody>
      <dsp:txXfrm>
        <a:off x="3087654" y="2509094"/>
        <a:ext cx="2117364" cy="1026739"/>
      </dsp:txXfrm>
    </dsp:sp>
    <dsp:sp modelId="{98102002-C2E5-4D1B-878C-41DF421E3945}">
      <dsp:nvSpPr>
        <dsp:cNvPr id="0" name=""/>
        <dsp:cNvSpPr/>
      </dsp:nvSpPr>
      <dsp:spPr>
        <a:xfrm rot="18289469">
          <a:off x="4909288" y="2379116"/>
          <a:ext cx="1527849" cy="32475"/>
        </a:xfrm>
        <a:custGeom>
          <a:avLst/>
          <a:gdLst/>
          <a:ahLst/>
          <a:cxnLst/>
          <a:rect l="0" t="0" r="0" b="0"/>
          <a:pathLst>
            <a:path>
              <a:moveTo>
                <a:pt x="0" y="16237"/>
              </a:moveTo>
              <a:lnTo>
                <a:pt x="1527849" y="1623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635016" y="2357158"/>
        <a:ext cx="76392" cy="76392"/>
      </dsp:txXfrm>
    </dsp:sp>
    <dsp:sp modelId="{221D41DF-6042-4069-90DD-D8B74C5124C1}">
      <dsp:nvSpPr>
        <dsp:cNvPr id="0" name=""/>
        <dsp:cNvSpPr/>
      </dsp:nvSpPr>
      <dsp:spPr>
        <a:xfrm>
          <a:off x="6109463" y="1222932"/>
          <a:ext cx="2181250" cy="1090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Based on Target Variable</a:t>
          </a:r>
        </a:p>
      </dsp:txBody>
      <dsp:txXfrm>
        <a:off x="6141406" y="1254875"/>
        <a:ext cx="2117364" cy="1026739"/>
      </dsp:txXfrm>
    </dsp:sp>
    <dsp:sp modelId="{701FB567-3F0C-4CCB-A966-370E36B79594}">
      <dsp:nvSpPr>
        <dsp:cNvPr id="0" name=""/>
        <dsp:cNvSpPr/>
      </dsp:nvSpPr>
      <dsp:spPr>
        <a:xfrm rot="19457599">
          <a:off x="8189720" y="1438452"/>
          <a:ext cx="1074487" cy="32475"/>
        </a:xfrm>
        <a:custGeom>
          <a:avLst/>
          <a:gdLst/>
          <a:ahLst/>
          <a:cxnLst/>
          <a:rect l="0" t="0" r="0" b="0"/>
          <a:pathLst>
            <a:path>
              <a:moveTo>
                <a:pt x="0" y="16237"/>
              </a:moveTo>
              <a:lnTo>
                <a:pt x="1074487" y="1623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8700102" y="1427827"/>
        <a:ext cx="53724" cy="53724"/>
      </dsp:txXfrm>
    </dsp:sp>
    <dsp:sp modelId="{56C53500-FFA1-4341-BD95-AEE53DC006A4}">
      <dsp:nvSpPr>
        <dsp:cNvPr id="0" name=""/>
        <dsp:cNvSpPr/>
      </dsp:nvSpPr>
      <dsp:spPr>
        <a:xfrm>
          <a:off x="9163214" y="595822"/>
          <a:ext cx="2181250" cy="1090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Regression</a:t>
          </a:r>
        </a:p>
      </dsp:txBody>
      <dsp:txXfrm>
        <a:off x="9195157" y="627765"/>
        <a:ext cx="2117364" cy="1026739"/>
      </dsp:txXfrm>
    </dsp:sp>
    <dsp:sp modelId="{4434F38B-BC86-41C8-B17C-916F560EB542}">
      <dsp:nvSpPr>
        <dsp:cNvPr id="0" name=""/>
        <dsp:cNvSpPr/>
      </dsp:nvSpPr>
      <dsp:spPr>
        <a:xfrm rot="2142401">
          <a:off x="8189720" y="2065561"/>
          <a:ext cx="1074487" cy="32475"/>
        </a:xfrm>
        <a:custGeom>
          <a:avLst/>
          <a:gdLst/>
          <a:ahLst/>
          <a:cxnLst/>
          <a:rect l="0" t="0" r="0" b="0"/>
          <a:pathLst>
            <a:path>
              <a:moveTo>
                <a:pt x="0" y="16237"/>
              </a:moveTo>
              <a:lnTo>
                <a:pt x="1074487" y="1623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8700102" y="2054937"/>
        <a:ext cx="53724" cy="53724"/>
      </dsp:txXfrm>
    </dsp:sp>
    <dsp:sp modelId="{EBDBA6DD-1416-445F-9720-CB9E83BFBE83}">
      <dsp:nvSpPr>
        <dsp:cNvPr id="0" name=""/>
        <dsp:cNvSpPr/>
      </dsp:nvSpPr>
      <dsp:spPr>
        <a:xfrm>
          <a:off x="9163214" y="1850041"/>
          <a:ext cx="2181250" cy="1090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Classification</a:t>
          </a:r>
        </a:p>
      </dsp:txBody>
      <dsp:txXfrm>
        <a:off x="9195157" y="1881984"/>
        <a:ext cx="2117364" cy="1026739"/>
      </dsp:txXfrm>
    </dsp:sp>
    <dsp:sp modelId="{E4337927-A523-49A0-991C-138E99C43E23}">
      <dsp:nvSpPr>
        <dsp:cNvPr id="0" name=""/>
        <dsp:cNvSpPr/>
      </dsp:nvSpPr>
      <dsp:spPr>
        <a:xfrm rot="3310531">
          <a:off x="4909288" y="3633335"/>
          <a:ext cx="1527849" cy="32475"/>
        </a:xfrm>
        <a:custGeom>
          <a:avLst/>
          <a:gdLst/>
          <a:ahLst/>
          <a:cxnLst/>
          <a:rect l="0" t="0" r="0" b="0"/>
          <a:pathLst>
            <a:path>
              <a:moveTo>
                <a:pt x="0" y="16237"/>
              </a:moveTo>
              <a:lnTo>
                <a:pt x="1527849" y="1623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635016" y="3611377"/>
        <a:ext cx="76392" cy="76392"/>
      </dsp:txXfrm>
    </dsp:sp>
    <dsp:sp modelId="{435A5DDD-22E7-49CE-A215-B76955987A27}">
      <dsp:nvSpPr>
        <dsp:cNvPr id="0" name=""/>
        <dsp:cNvSpPr/>
      </dsp:nvSpPr>
      <dsp:spPr>
        <a:xfrm>
          <a:off x="6109463" y="3731370"/>
          <a:ext cx="2181250" cy="1090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Based on Modelling Algorithm</a:t>
          </a:r>
        </a:p>
      </dsp:txBody>
      <dsp:txXfrm>
        <a:off x="6141406" y="3763313"/>
        <a:ext cx="2117364" cy="1026739"/>
      </dsp:txXfrm>
    </dsp:sp>
    <dsp:sp modelId="{AB25E578-CC5E-4B73-BE69-37D47FBFE666}">
      <dsp:nvSpPr>
        <dsp:cNvPr id="0" name=""/>
        <dsp:cNvSpPr/>
      </dsp:nvSpPr>
      <dsp:spPr>
        <a:xfrm rot="19457599">
          <a:off x="8189720" y="3946890"/>
          <a:ext cx="1074487" cy="32475"/>
        </a:xfrm>
        <a:custGeom>
          <a:avLst/>
          <a:gdLst/>
          <a:ahLst/>
          <a:cxnLst/>
          <a:rect l="0" t="0" r="0" b="0"/>
          <a:pathLst>
            <a:path>
              <a:moveTo>
                <a:pt x="0" y="16237"/>
              </a:moveTo>
              <a:lnTo>
                <a:pt x="1074487" y="1623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8700102" y="3936266"/>
        <a:ext cx="53724" cy="53724"/>
      </dsp:txXfrm>
    </dsp:sp>
    <dsp:sp modelId="{26D6FAC9-2677-4599-8FC7-2EB0E1364EBE}">
      <dsp:nvSpPr>
        <dsp:cNvPr id="0" name=""/>
        <dsp:cNvSpPr/>
      </dsp:nvSpPr>
      <dsp:spPr>
        <a:xfrm>
          <a:off x="9163214" y="3104260"/>
          <a:ext cx="2181250" cy="1090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Rules Based (</a:t>
          </a:r>
          <a:r>
            <a:rPr lang="en-IN" sz="1800" kern="1200" dirty="0" err="1"/>
            <a:t>eg.</a:t>
          </a:r>
          <a:r>
            <a:rPr lang="en-IN" sz="1800" kern="1200" dirty="0"/>
            <a:t> Tree based algos)</a:t>
          </a:r>
        </a:p>
      </dsp:txBody>
      <dsp:txXfrm>
        <a:off x="9195157" y="3136203"/>
        <a:ext cx="2117364" cy="1026739"/>
      </dsp:txXfrm>
    </dsp:sp>
    <dsp:sp modelId="{CD54AD91-53BF-48DF-9FEE-3E28D850348A}">
      <dsp:nvSpPr>
        <dsp:cNvPr id="0" name=""/>
        <dsp:cNvSpPr/>
      </dsp:nvSpPr>
      <dsp:spPr>
        <a:xfrm rot="2142401">
          <a:off x="8189720" y="4574000"/>
          <a:ext cx="1074487" cy="32475"/>
        </a:xfrm>
        <a:custGeom>
          <a:avLst/>
          <a:gdLst/>
          <a:ahLst/>
          <a:cxnLst/>
          <a:rect l="0" t="0" r="0" b="0"/>
          <a:pathLst>
            <a:path>
              <a:moveTo>
                <a:pt x="0" y="16237"/>
              </a:moveTo>
              <a:lnTo>
                <a:pt x="1074487" y="1623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8700102" y="4563375"/>
        <a:ext cx="53724" cy="53724"/>
      </dsp:txXfrm>
    </dsp:sp>
    <dsp:sp modelId="{E2624D1C-C7B0-447C-ADE2-B9DD8A0F4B3F}">
      <dsp:nvSpPr>
        <dsp:cNvPr id="0" name=""/>
        <dsp:cNvSpPr/>
      </dsp:nvSpPr>
      <dsp:spPr>
        <a:xfrm>
          <a:off x="9163214" y="4358480"/>
          <a:ext cx="2181250" cy="10906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Equation Based (linear regression, logistic regression, etc.)</a:t>
          </a:r>
          <a:endParaRPr lang="en-IN" sz="1800" kern="1200" dirty="0"/>
        </a:p>
      </dsp:txBody>
      <dsp:txXfrm>
        <a:off x="9195157" y="4390423"/>
        <a:ext cx="2117364" cy="10267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8B96D-F9E6-2294-1CA9-11986B1986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6D19C5-218E-A562-5EA2-B117E277D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546C7-631E-6D32-B83B-1E8C4AB29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85D09-FE5F-4B8A-8804-2A1BA977459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9A2E5-7A0D-8988-7DA8-75EFD7AAC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D06DC-6B59-9AD5-2693-20FDBF001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58130-23FB-4A35-994A-4D6B85CAC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873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43789-54AC-1567-AA9B-8FF91B6E9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4BEAA-EBEC-5232-C91E-AEF127E62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6AEE9-D342-52C5-5B4A-F3602BBD6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85D09-FE5F-4B8A-8804-2A1BA977459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89A75-E0A6-8B3A-ACDD-DEC38B909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1A326-69E9-1E93-FCE9-40D1D8046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58130-23FB-4A35-994A-4D6B85CAC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661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EB014-B8FF-EB51-E07C-68E4E2F98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7E34B-24C8-A9C7-FF0D-F4D675A56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320A1-7F24-76EC-3262-4C86A3512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85D09-FE5F-4B8A-8804-2A1BA977459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247E7-CF91-842F-F74A-F4F3F9E67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1DDAA-BE80-4D6B-9B30-0520E572B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58130-23FB-4A35-994A-4D6B85CAC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95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515AD-7147-26BE-E912-EA9BF2797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D25C5-7479-2088-8C1A-8FF2D41A6E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C67D6-4F3E-66F6-FFAE-BD41A1BA2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CD4C0D-7412-BE45-3C9F-B2CECE648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85D09-FE5F-4B8A-8804-2A1BA977459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69EAC5-DAFC-ABFD-309D-E3F10E836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A0607-4D46-596E-4B77-A990AC2B2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58130-23FB-4A35-994A-4D6B85CAC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885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CD34F-8AF3-C5F0-B784-9813EDCBD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6F9734-9AD3-C94B-3253-57C2844CB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D730E-57A6-57F5-466E-692AB1B3E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81605B-E40A-96C2-C4F7-BBF2383F43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74BFC5-BF3A-8DE7-B799-4F80846961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569D51-EB48-1D87-A888-B89D1F469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85D09-FE5F-4B8A-8804-2A1BA977459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797340-D195-7C98-FD18-329A1091D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EC666-20CE-9772-97C2-AFFED317B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58130-23FB-4A35-994A-4D6B85CAC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419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CB06D-4A9A-09DD-0DEA-869D1C6C3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BFD2A9-FB3B-6E7F-D275-CE99AE857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85D09-FE5F-4B8A-8804-2A1BA977459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990B44-84C8-831E-85D4-4ECF8BFD4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8E92A-6B53-D02B-4392-1395F2761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58130-23FB-4A35-994A-4D6B85CAC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446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B4583A-09B6-7E31-F30D-65E2DACDE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85D09-FE5F-4B8A-8804-2A1BA977459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7D1C75-CB81-2CB8-C7BC-E2265C30C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93941-13D6-8F8D-A880-A87C1F59B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58130-23FB-4A35-994A-4D6B85CAC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416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40517-E499-1CB7-62C5-E10F3411D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FFB90-0F39-7265-63C2-FF6D19766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DCB6D7-1D7A-EE28-573F-9E24553B3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36222-42C6-F2AF-1C78-4215EA6DF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85D09-FE5F-4B8A-8804-2A1BA977459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B0CD47-992F-3176-5167-370706357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4F1E49-9A8D-7522-6946-E54D4342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58130-23FB-4A35-994A-4D6B85CAC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641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FA248-385B-0D69-F80D-629DC7A3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C70EEA-E044-36F0-35F7-868925D36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9D194-028C-01AE-861E-CB099D036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9A7CE1-66DF-8787-E218-2EC2D8ADC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85D09-FE5F-4B8A-8804-2A1BA977459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8C198-B10B-46F7-1D89-36DF6DCE3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0217C-0C6E-BEBA-38D6-7CE32807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58130-23FB-4A35-994A-4D6B85CAC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901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99BC5-AE91-2598-CAB7-0AC2522B3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D9CF0-A5A9-7277-13E0-DD612E6CA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B056A-2618-9E5F-9C57-F0B9427C0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85D09-FE5F-4B8A-8804-2A1BA977459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4651B-7897-6B71-F3D2-F183CF3FF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9E16F-A463-9FED-A177-858A3F77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58130-23FB-4A35-994A-4D6B85CAC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485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8D30AE-508B-627B-6598-2010251E93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A20C4B-22EF-C143-CCF7-5F33E7075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5E43D-8543-ED53-0FE6-F22CB218B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85D09-FE5F-4B8A-8804-2A1BA977459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83615-6892-A019-E93A-E6783DC8C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524EA-9120-B0EB-FE2A-EE138CA85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58130-23FB-4A35-994A-4D6B85CAC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269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F90E6B-CAC7-0333-D770-7A633226C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F2F5E-DA53-5A27-4481-4D5B94614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48669-FD13-A685-F495-3EB8AECD6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85D09-FE5F-4B8A-8804-2A1BA977459D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D4311-BD46-86F2-0E76-B79FD6CDA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5BFFB-D4FE-5320-4EA0-DB4486768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258130-23FB-4A35-994A-4D6B85CAC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06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shwiniJha01/GA-in-Python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8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79242-A2D1-DE80-3A2E-21077D6A4D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Supervised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C6482F-A529-69F5-6E9F-6A10ACD232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Solving Non-Linear Equation Based Models</a:t>
            </a:r>
          </a:p>
          <a:p>
            <a:endParaRPr lang="en-IN" dirty="0"/>
          </a:p>
          <a:p>
            <a:r>
              <a:rPr lang="en-IN" dirty="0"/>
              <a:t>Ashwini Jha, </a:t>
            </a:r>
            <a:r>
              <a:rPr lang="en-IN"/>
              <a:t>Data Science Manager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3129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E6C64-BB73-CD79-9623-CBC775D65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16" y="0"/>
            <a:ext cx="10343536" cy="953729"/>
          </a:xfrm>
        </p:spPr>
        <p:txBody>
          <a:bodyPr/>
          <a:lstStyle/>
          <a:p>
            <a:r>
              <a:rPr lang="en-IN" dirty="0"/>
              <a:t>Types of Machine Learning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981DA6C-5F87-8465-7C71-1ED140AF73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6595335"/>
              </p:ext>
            </p:extLst>
          </p:nvPr>
        </p:nvGraphicFramePr>
        <p:xfrm>
          <a:off x="471948" y="813072"/>
          <a:ext cx="11346426" cy="60449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Arrow: Left 4">
            <a:extLst>
              <a:ext uri="{FF2B5EF4-FFF2-40B4-BE49-F238E27FC236}">
                <a16:creationId xmlns:a16="http://schemas.microsoft.com/office/drawing/2014/main" id="{9B77F0C3-AE61-A33E-8ED3-3FA5C6223DD4}"/>
              </a:ext>
            </a:extLst>
          </p:cNvPr>
          <p:cNvSpPr/>
          <p:nvPr/>
        </p:nvSpPr>
        <p:spPr>
          <a:xfrm>
            <a:off x="5476566" y="5759794"/>
            <a:ext cx="4178710" cy="365704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B86F80-C37C-432F-CD4D-B47A0F865719}"/>
              </a:ext>
            </a:extLst>
          </p:cNvPr>
          <p:cNvSpPr txBox="1"/>
          <p:nvPr/>
        </p:nvSpPr>
        <p:spPr>
          <a:xfrm>
            <a:off x="324465" y="4798142"/>
            <a:ext cx="5034116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This is our focus area today – equation based models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Linear regression or logistic regression assumes a certain fixed relationship between target variable and explanatory variables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What happens when our hypothesis frames the relationship as a non-linear equation</a:t>
            </a:r>
          </a:p>
        </p:txBody>
      </p:sp>
    </p:spTree>
    <p:extLst>
      <p:ext uri="{BB962C8B-B14F-4D97-AF65-F5344CB8AC3E}">
        <p14:creationId xmlns:p14="http://schemas.microsoft.com/office/powerpoint/2010/main" val="1962121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2359F21-4680-D47F-88DE-8CD87138B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16" y="0"/>
            <a:ext cx="10343536" cy="953729"/>
          </a:xfrm>
        </p:spPr>
        <p:txBody>
          <a:bodyPr>
            <a:normAutofit/>
          </a:bodyPr>
          <a:lstStyle/>
          <a:p>
            <a:r>
              <a:rPr lang="en-IN" baseline="-25000" dirty="0"/>
              <a:t>Industrial Application – purpose of learning this</a:t>
            </a:r>
          </a:p>
        </p:txBody>
      </p:sp>
      <p:pic>
        <p:nvPicPr>
          <p:cNvPr id="1026" name="Picture 2" descr="27+ Thousand Rusty Tower Royalty-Free Images, Stock Photos &amp; Pictures |  Shutterstock">
            <a:extLst>
              <a:ext uri="{FF2B5EF4-FFF2-40B4-BE49-F238E27FC236}">
                <a16:creationId xmlns:a16="http://schemas.microsoft.com/office/drawing/2014/main" id="{FAF613A3-3670-D336-1D1C-AA2B1BFDD6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253"/>
          <a:stretch>
            <a:fillRect/>
          </a:stretch>
        </p:blipFill>
        <p:spPr bwMode="auto">
          <a:xfrm>
            <a:off x="356112" y="1053280"/>
            <a:ext cx="4400550" cy="2260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8F5A8ED7-0936-0882-6A8D-B479EB70D10A}"/>
              </a:ext>
            </a:extLst>
          </p:cNvPr>
          <p:cNvSpPr/>
          <p:nvPr/>
        </p:nvSpPr>
        <p:spPr>
          <a:xfrm>
            <a:off x="3544529" y="2869110"/>
            <a:ext cx="2335161" cy="365704"/>
          </a:xfrm>
          <a:prstGeom prst="lef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CB3D5D-210A-4A65-3B22-78018E740D87}"/>
              </a:ext>
            </a:extLst>
          </p:cNvPr>
          <p:cNvSpPr txBox="1"/>
          <p:nvPr/>
        </p:nvSpPr>
        <p:spPr>
          <a:xfrm>
            <a:off x="5879690" y="2498833"/>
            <a:ext cx="5771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Empirical Function to determine the maximum depth of corrosion in a steel tower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35E8ED-2294-6ACE-5051-67832581BC5F}"/>
              </a:ext>
            </a:extLst>
          </p:cNvPr>
          <p:cNvSpPr txBox="1"/>
          <p:nvPr/>
        </p:nvSpPr>
        <p:spPr>
          <a:xfrm>
            <a:off x="302332" y="3712837"/>
            <a:ext cx="1158733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Imagine you are a power distribution company with many steel towers in your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Steel towers undergo corrosion and need maintenance and repairs, mandated by safety regulations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How will you monitor the network of thousands of towers effectively?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Imagine a formula to tell you the maximum corrosion depth given the geographical characteristics: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IN" b="1" dirty="0"/>
              <a:t>Depth of corrosion  = f(age of tower, temperature, soil pH, voltage/potential difference between soil and tower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Such an equation can help you predict which steel towers are more severely affected and need attention in priority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You will need to solve for </a:t>
            </a:r>
            <a:r>
              <a:rPr lang="en-IN" sz="2000" b="1" dirty="0"/>
              <a:t>k</a:t>
            </a:r>
            <a:r>
              <a:rPr lang="en-IN" sz="2000" b="1" baseline="-25000" dirty="0"/>
              <a:t>1</a:t>
            </a:r>
            <a:r>
              <a:rPr lang="en-IN" sz="2000" b="1" dirty="0"/>
              <a:t>, k</a:t>
            </a:r>
            <a:r>
              <a:rPr lang="en-IN" sz="2000" b="1" baseline="-25000" dirty="0"/>
              <a:t>2</a:t>
            </a:r>
            <a:r>
              <a:rPr lang="en-IN" sz="2000" b="1" dirty="0"/>
              <a:t>, k</a:t>
            </a:r>
            <a:r>
              <a:rPr lang="en-IN" sz="2000" b="1" baseline="-25000" dirty="0"/>
              <a:t>3</a:t>
            </a:r>
            <a:r>
              <a:rPr lang="en-IN" sz="2000" b="1" dirty="0"/>
              <a:t>, k</a:t>
            </a:r>
            <a:r>
              <a:rPr lang="en-IN" sz="2000" b="1" baseline="-25000" dirty="0"/>
              <a:t>4</a:t>
            </a:r>
            <a:r>
              <a:rPr lang="en-IN" sz="2000" b="1" dirty="0"/>
              <a:t> and k</a:t>
            </a:r>
            <a:r>
              <a:rPr lang="en-IN" sz="2000" b="1" baseline="-25000" dirty="0"/>
              <a:t>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Equation cannot be solved using linear regression or any standard linear model 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Solving for the coefficients require a different process – metaheuristic algorithms like genetic algorithm, simulated annealing, ant-colony optimization, etc.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41ADBF-E771-3998-98A1-03E4BDA26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654" y="1445636"/>
            <a:ext cx="7325032" cy="85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447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F7EE3F-7424-8C5A-DDCB-6BACCA3D4658}"/>
              </a:ext>
            </a:extLst>
          </p:cNvPr>
          <p:cNvSpPr txBox="1"/>
          <p:nvPr/>
        </p:nvSpPr>
        <p:spPr>
          <a:xfrm>
            <a:off x="422082" y="1543432"/>
            <a:ext cx="629334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Initialization</a:t>
            </a:r>
            <a:r>
              <a:rPr lang="en-US" sz="2400" dirty="0"/>
              <a:t>: Start with random candidate solutions (chromosomes).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Selection</a:t>
            </a:r>
            <a:r>
              <a:rPr lang="en-US" sz="2400" dirty="0"/>
              <a:t>: Pick the fittest solutions based on how well they approximate the non-linear equation.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Crossover</a:t>
            </a:r>
            <a:r>
              <a:rPr lang="en-US" sz="2400" dirty="0"/>
              <a:t>: Combine parts of two solutions to create new 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Mutation</a:t>
            </a:r>
            <a:r>
              <a:rPr lang="en-US" sz="2400" dirty="0"/>
              <a:t>: Introduce small random changes to maintain diversity.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Iteration</a:t>
            </a:r>
            <a:r>
              <a:rPr lang="en-US" sz="2400" dirty="0"/>
              <a:t>: Repeat the cycle until the best solution converges near the true root/optimal value of the equation.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0E88E4-51B8-CC17-D561-FF4866C0B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776" y="0"/>
            <a:ext cx="3683349" cy="6858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2474905-0AE2-9C9B-7A31-C3FABB7207C7}"/>
              </a:ext>
            </a:extLst>
          </p:cNvPr>
          <p:cNvSpPr txBox="1">
            <a:spLocks/>
          </p:cNvSpPr>
          <p:nvPr/>
        </p:nvSpPr>
        <p:spPr>
          <a:xfrm>
            <a:off x="452284" y="196647"/>
            <a:ext cx="10343536" cy="95372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Genetic Algorithm – in focus today</a:t>
            </a:r>
          </a:p>
        </p:txBody>
      </p:sp>
    </p:spTree>
    <p:extLst>
      <p:ext uri="{BB962C8B-B14F-4D97-AF65-F5344CB8AC3E}">
        <p14:creationId xmlns:p14="http://schemas.microsoft.com/office/powerpoint/2010/main" val="1190823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00516D7-BB63-175F-EA6C-59D4C8ECB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16" y="0"/>
            <a:ext cx="10343536" cy="953729"/>
          </a:xfrm>
        </p:spPr>
        <p:txBody>
          <a:bodyPr/>
          <a:lstStyle/>
          <a:p>
            <a:r>
              <a:rPr lang="en-IN" dirty="0"/>
              <a:t>Time for some hands-on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6C0932-76F3-CB58-518D-4CECD59A3F1D}"/>
              </a:ext>
            </a:extLst>
          </p:cNvPr>
          <p:cNvSpPr txBox="1"/>
          <p:nvPr/>
        </p:nvSpPr>
        <p:spPr>
          <a:xfrm>
            <a:off x="619431" y="1150374"/>
            <a:ext cx="106286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Population growth is theorised to be an exponential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 today’s hands-on programming, we will be solving to find out the “rate of growth” of population assuming it’s an exponential process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18316C-4389-F44B-ECFB-EF125016A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59" y="3296576"/>
            <a:ext cx="5227773" cy="20423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E96C17-3D84-AC1E-B37A-22AD0C37E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532" y="1800710"/>
            <a:ext cx="6493288" cy="40199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Graphic 11" descr="Back with solid fill">
            <a:extLst>
              <a:ext uri="{FF2B5EF4-FFF2-40B4-BE49-F238E27FC236}">
                <a16:creationId xmlns:a16="http://schemas.microsoft.com/office/drawing/2014/main" id="{F53479A2-1EC5-D03E-6B0D-488974F963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4172148">
            <a:off x="2515985" y="2298488"/>
            <a:ext cx="1392650" cy="13926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1F3B156-BDD5-C938-296D-D6CB65B9B6F6}"/>
              </a:ext>
            </a:extLst>
          </p:cNvPr>
          <p:cNvSpPr txBox="1"/>
          <p:nvPr/>
        </p:nvSpPr>
        <p:spPr>
          <a:xfrm>
            <a:off x="1573161" y="2143430"/>
            <a:ext cx="2045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Solve for “r” in this equation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56EBD1E-E180-2464-1564-59E42C3E3F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2735052"/>
              </p:ext>
            </p:extLst>
          </p:nvPr>
        </p:nvGraphicFramePr>
        <p:xfrm>
          <a:off x="462116" y="5756947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6" imgW="914400" imgH="792685" progId="Package">
                  <p:embed/>
                </p:oleObj>
              </mc:Choice>
              <mc:Fallback>
                <p:oleObj name="Packager Shell Object" showAsIcon="1" r:id="rId6" imgW="914400" imgH="792685" progId="Package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156EBD1E-E180-2464-1564-59E42C3E3F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2116" y="5756947"/>
                        <a:ext cx="914400" cy="792163"/>
                      </a:xfrm>
                      <a:prstGeom prst="rect">
                        <a:avLst/>
                      </a:prstGeom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hlinkClick r:id="rId8"/>
            <a:extLst>
              <a:ext uri="{FF2B5EF4-FFF2-40B4-BE49-F238E27FC236}">
                <a16:creationId xmlns:a16="http://schemas.microsoft.com/office/drawing/2014/main" id="{6A669A3B-8680-B1EC-0176-7AD946AC465B}"/>
              </a:ext>
            </a:extLst>
          </p:cNvPr>
          <p:cNvSpPr txBox="1"/>
          <p:nvPr/>
        </p:nvSpPr>
        <p:spPr>
          <a:xfrm>
            <a:off x="1779639" y="5820697"/>
            <a:ext cx="3234813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Notebook and slides in GitHub</a:t>
            </a:r>
          </a:p>
        </p:txBody>
      </p:sp>
    </p:spTree>
    <p:extLst>
      <p:ext uri="{BB962C8B-B14F-4D97-AF65-F5344CB8AC3E}">
        <p14:creationId xmlns:p14="http://schemas.microsoft.com/office/powerpoint/2010/main" val="3993063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388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Package</vt:lpstr>
      <vt:lpstr>Supervised Machine Learning</vt:lpstr>
      <vt:lpstr>Types of Machine Learning</vt:lpstr>
      <vt:lpstr>Industrial Application – purpose of learning this</vt:lpstr>
      <vt:lpstr>PowerPoint Presentation</vt:lpstr>
      <vt:lpstr>Time for some hands-on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Ashwini Jha</dc:creator>
  <cp:lastModifiedBy>Ashwini Jha</cp:lastModifiedBy>
  <cp:revision>1</cp:revision>
  <dcterms:created xsi:type="dcterms:W3CDTF">2026-02-02T13:50:09Z</dcterms:created>
  <dcterms:modified xsi:type="dcterms:W3CDTF">2026-02-03T10:58:22Z</dcterms:modified>
</cp:coreProperties>
</file>